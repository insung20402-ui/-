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will introduce a song we made about exercise.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made this song for our English class. It is called "Kids Who Exercise." We wrote the words ourselves, and we used Suno AI to create the music. We wanted to share a message: stay active every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part is the chorus. It says: "Let's go take a walk outside, exercise every day, feel the pride!" This line is our main idea. Even a simple walk can make you feel proud and happy.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song tells a short story. At first, the character has no energy and stays inside. Then, the character starts walking, eating breakfast, and playing outside. By the end, the character feels much happier, and that change came from small daily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the script, Lee Yeongu made the design, Lee Insung was our presenter, and Lee Hayul, our team leader, made the song. Let's keep going!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here is our main idea: "Move today for a better tomorrow." Even one small action, like a short walk, can make tomorrow better. We hope this song gives you a reason to get up and try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to our presentation. We hope you enjoyed our song. Let's all try to move a little more every day. Goodbye!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Song Introduction</a:t>
            </a:r>
          </a:p>
          <a:p>
            <a:r>
              <a:rPr sz="4800" dirty="0"/>
              <a:t/>
            </a:r>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Introduction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In Conclusion: 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