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media1.mp3" ContentType="audio/unknown"/>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0"/>
  </p:notesMasterIdLst>
  <p:sldIdLst>
    <p:sldId id="256" r:id="rId2"/>
    <p:sldId id="263" r:id="rId3"/>
    <p:sldId id="257" r:id="rId4"/>
    <p:sldId id="258" r:id="rId5"/>
    <p:sldId id="259" r:id="rId6"/>
    <p:sldId id="261" r:id="rId7"/>
    <p:sldId id="260" r:id="rId8"/>
    <p:sldId id="262" r:id="rId9"/>
  </p:sldIdLst>
  <p:sldSz cx="18288000" cy="10287000"/>
  <p:notesSz cx="6858000" cy="9144000"/>
  <p:embeddedFontLst>
    <p:embeddedFont>
      <p:font typeface="Calibri" panose="020F0502020204030204" pitchFamily="34" charset="0"/>
      <p:regular r:id="rId11"/>
      <p:bold r:id="rId12"/>
      <p:italic r:id="rId13"/>
      <p:boldItalic r:id="rId14"/>
    </p:embeddedFont>
    <p:embeddedFont>
      <p:font typeface="맑은 고딕" panose="020B0503020000020004" pitchFamily="50" charset="-127"/>
      <p:regular r:id="rId15"/>
      <p:bold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xmlns=""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p:scale>
          <a:sx n="76" d="100"/>
          <a:sy n="76" d="100"/>
        </p:scale>
        <p:origin x="-414" y="10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font" Target="fonts/font1.fntdata"/><Relationship Id="rId12" Type="http://schemas.openxmlformats.org/officeDocument/2006/relationships/font" Target="fonts/font2.fntdata"/><Relationship Id="rId13" Type="http://schemas.openxmlformats.org/officeDocument/2006/relationships/font" Target="fonts/font3.fntdata"/><Relationship Id="rId14" Type="http://schemas.openxmlformats.org/officeDocument/2006/relationships/font" Target="fonts/font4.fntdata"/><Relationship Id="rId15" Type="http://schemas.openxmlformats.org/officeDocument/2006/relationships/font" Target="fonts/font5.fntdata"/><Relationship Id="rId16" Type="http://schemas.openxmlformats.org/officeDocument/2006/relationships/font" Target="fonts/font6.fntdata"/><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C476EF40-64FB-45F0-B7A6-AF164DCA53D5}" type="datetimeFigureOut">
              <a:rPr lang="ko-KR" altLang="en-US" smtClean="0"/>
              <a:t>2026-06-14</a:t>
            </a:fld>
            <a:endParaRPr lang="ko-KR" altLang="en-US"/>
          </a:p>
        </p:txBody>
      </p:sp>
      <p:sp>
        <p:nvSpPr>
          <p:cNvPr id="4" name="슬라이드 이미지 개체 틀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6" name="바닥글 개체 틀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C6988EE-104C-4BF6-A39B-8F155287E8CB}" type="slidenum">
              <a:rPr lang="ko-KR" altLang="en-US" smtClean="0"/>
              <a:t>‹#›</a:t>
            </a:fld>
            <a:endParaRPr lang="ko-KR" altLang="en-US"/>
          </a:p>
        </p:txBody>
      </p:sp>
    </p:spTree>
    <p:extLst>
      <p:ext uri="{BB962C8B-B14F-4D97-AF65-F5344CB8AC3E}">
        <p14:creationId xmlns:p14="http://schemas.microsoft.com/office/powerpoint/2010/main" val="236134142"/>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Good morning, everyone! Today, we will talk about a song we made about exercise. Our team is Lee Minjae, Lee Yeongu, Lee Insung, and Lee Hayul. Let's start!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let's listen to our whole song! It is called "Kids Who Exercise." We wrote the words, and we made the music with Suno AI. You can read the words on the screen. First, the song gives a warning. Then it becomes happy and fun. Let's play the whole song now — it is about two minutes. (Click play now and listen to the whole song, about 2 minutes 5 seconds.)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wanted to share a simple message about exercise in a fun way.</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chorus is the heart of our song: "Let's go take a walk outside, exercise every day, feel the pride!" This is our main message. Even a short walk can make you feel good about yourself.</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let's look at the story in our song. Verse 1 is the problem: a child skips breakfast and doesn't move, and the morning feels hard. Verse 2 is the change: the child moves every day, eats well, and has fun in the sun. The bridge and chorus repeat our message: small steps, day by day, build healthy habits.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 what is the big idea of our song? "Move today for a better tomorrow." One small action, like a short walk, can change how you feel. We hope this song gives you a reason to get up and try it!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our team: Lee Minjae wrote the script, Lee Yeongu made the design, Lee Insung was our speaker, and Lee Hayul, our team leader, made the song with Suno AI.</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you for listening! Thanks for listening to our song. Let's move together and make a healthy tomorrow! Our team is Lee Minjae, Lee Yeongu, Lee Insung, and Lee Hayul. Thank you!</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6/14/2026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6/14/2026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6/14/2026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6/14/2026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6/14/2026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6/14/2026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6/14/2026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
        <p:nvSpPr>
          <p:cNvPr id="8" name="TextBox 7">
            <a:extLst>
              <a:ext uri="{FF2B5EF4-FFF2-40B4-BE49-F238E27FC236}">
                <a16:creationId xmlns:a16="http://schemas.microsoft.com/office/drawing/2014/main" xmlns="" id="{659B7C15-7C26-0D40-0EE7-B71555217B6E}"/>
              </a:ext>
            </a:extLst>
          </p:cNvPr>
          <p:cNvSpPr txBox="1"/>
          <p:nvPr userDrawn="1"/>
        </p:nvSpPr>
        <p:spPr>
          <a:xfrm>
            <a:off x="12725400" y="860354"/>
            <a:ext cx="9144000" cy="369332"/>
          </a:xfrm>
          <a:prstGeom prst="rect">
            <a:avLst/>
          </a:prstGeom>
          <a:noFill/>
        </p:spPr>
        <p:txBody>
          <a:bodyPr wrap="square">
            <a:spAutoFit/>
          </a:bodyPr>
          <a:lstStyle/>
          <a:p>
            <a:r>
              <a:rPr lang="en-US" altLang="ko-KR" dirty="0"/>
              <a:t>Lee </a:t>
            </a:r>
            <a:r>
              <a:rPr lang="en-US" altLang="ko-KR" dirty="0" err="1"/>
              <a:t>Insung</a:t>
            </a:r>
            <a:r>
              <a:rPr lang="en-US" altLang="ko-KR" dirty="0"/>
              <a:t> and Friends</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microsoft.com/office/2007/relationships/media" Target="../media/media1.mp3"/><Relationship Id="rId2" Type="http://schemas.openxmlformats.org/officeDocument/2006/relationships/audio" Target="../media/media1.mp3"/><Relationship Id="rId3" Type="http://schemas.openxmlformats.org/officeDocument/2006/relationships/slideLayout" Target="../slideLayouts/slideLayout7.xml"/><Relationship Id="rId4" Type="http://schemas.openxmlformats.org/officeDocument/2006/relationships/notesSlide" Target="../notesSlides/notesSlide2.xml"/><Relationship Id="rId5"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8DE"/>
        </a:solidFill>
        <a:effectLst/>
      </p:bgPr>
    </p:bg>
    <p:spTree>
      <p:nvGrpSpPr>
        <p:cNvPr id="1" name=""/>
        <p:cNvGrpSpPr/>
        <p:nvPr/>
      </p:nvGrpSpPr>
      <p:grpSpPr>
        <a:xfrm>
          <a:off x="0" y="0"/>
          <a:ext cx="0" cy="0"/>
          <a:chOff x="0" y="0"/>
          <a:chExt cx="0" cy="0"/>
        </a:xfrm>
      </p:grpSpPr>
      <p:grpSp>
        <p:nvGrpSpPr>
          <p:cNvPr id="2" name="Group 2"/>
          <p:cNvGrpSpPr/>
          <p:nvPr/>
        </p:nvGrpSpPr>
        <p:grpSpPr>
          <a:xfrm>
            <a:off x="928307" y="1001327"/>
            <a:ext cx="16431386" cy="8284345"/>
            <a:chOff x="0" y="0"/>
            <a:chExt cx="4327608" cy="2181885"/>
          </a:xfrm>
        </p:grpSpPr>
        <p:sp>
          <p:nvSpPr>
            <p:cNvPr id="3" name="Freeform 3"/>
            <p:cNvSpPr/>
            <p:nvPr/>
          </p:nvSpPr>
          <p:spPr>
            <a:xfrm>
              <a:off x="0" y="0"/>
              <a:ext cx="4327608" cy="2181885"/>
            </a:xfrm>
            <a:custGeom>
              <a:avLst/>
              <a:gdLst/>
              <a:ahLst/>
              <a:cxnLst/>
              <a:rect l="l" t="t" r="r" b="b"/>
              <a:pathLst>
                <a:path w="4327608" h="2181885">
                  <a:moveTo>
                    <a:pt x="0" y="0"/>
                  </a:moveTo>
                  <a:lnTo>
                    <a:pt x="4327608" y="0"/>
                  </a:lnTo>
                  <a:lnTo>
                    <a:pt x="4327608" y="2181885"/>
                  </a:lnTo>
                  <a:lnTo>
                    <a:pt x="0" y="2181885"/>
                  </a:lnTo>
                  <a:close/>
                </a:path>
              </a:pathLst>
            </a:custGeom>
            <a:solidFill>
              <a:srgbClr val="FFFDF8"/>
            </a:solidFill>
            <a:ln w="19050" cap="sq">
              <a:solidFill>
                <a:srgbClr val="34332C"/>
              </a:solidFill>
              <a:prstDash val="solid"/>
              <a:miter/>
            </a:ln>
          </p:spPr>
          <p:txBody>
            <a:bodyPr/>
            <a:lstStyle/>
            <a:p>
              <a:endParaRPr lang="ko-KR" altLang="en-US"/>
            </a:p>
          </p:txBody>
        </p:sp>
        <p:sp>
          <p:nvSpPr>
            <p:cNvPr id="4" name="TextBox 4"/>
            <p:cNvSpPr txBox="1"/>
            <p:nvPr/>
          </p:nvSpPr>
          <p:spPr>
            <a:xfrm>
              <a:off x="0" y="-47625"/>
              <a:ext cx="4327608" cy="222951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Freeform 5"/>
          <p:cNvSpPr/>
          <p:nvPr/>
        </p:nvSpPr>
        <p:spPr>
          <a:xfrm>
            <a:off x="1627793" y="497095"/>
            <a:ext cx="1111397" cy="2050831"/>
          </a:xfrm>
          <a:custGeom>
            <a:avLst/>
            <a:gdLst/>
            <a:ahLst/>
            <a:cxnLst/>
            <a:rect l="l" t="t" r="r" b="b"/>
            <a:pathLst>
              <a:path w="1111397" h="2050831">
                <a:moveTo>
                  <a:pt x="0" y="0"/>
                </a:moveTo>
                <a:lnTo>
                  <a:pt x="1111397" y="0"/>
                </a:lnTo>
                <a:lnTo>
                  <a:pt x="1111397" y="2050830"/>
                </a:lnTo>
                <a:lnTo>
                  <a:pt x="0" y="2050830"/>
                </a:lnTo>
                <a:lnTo>
                  <a:pt x="0" y="0"/>
                </a:lnTo>
                <a:close/>
              </a:path>
            </a:pathLst>
          </a:custGeom>
          <a:solidFill>
            <a:srgbClr val="FFDF60"/>
          </a:solidFill>
        </p:spPr>
        <p:txBody>
          <a:bodyPr/>
          <a:lstStyle/>
          <a:p>
            <a:endParaRPr/>
          </a:p>
        </p:txBody>
      </p:sp>
      <p:sp>
        <p:nvSpPr>
          <p:cNvPr id="6" name="TextBox 6"/>
          <p:cNvSpPr txBox="1"/>
          <p:nvPr/>
        </p:nvSpPr>
        <p:spPr>
          <a:xfrm>
            <a:off x="4360313" y="3486720"/>
            <a:ext cx="9567375" cy="2215991"/>
          </a:xfrm>
          <a:prstGeom prst="rect">
            <a:avLst/>
          </a:prstGeom>
        </p:spPr>
        <p:txBody>
          <a:bodyPr lIns="0" tIns="0" rIns="0" bIns="0" rtlCol="0" anchor="t">
            <a:spAutoFit/>
          </a:bodyPr>
          <a:lstStyle/>
          <a:p>
            <a:r>
              <a:rPr sz="4800" dirty="0"/>
              <a:t>Song Introduction</a:t>
            </a:r>
          </a:p>
          <a:p>
            <a:endParaRPr sz="4800" dirty="0"/>
          </a:p>
          <a:p>
            <a:r>
              <a:rPr sz="4800" dirty="0"/>
              <a:t>Kids Who Exercise</a:t>
            </a:r>
          </a:p>
        </p:txBody>
      </p:sp>
      <p:sp>
        <p:nvSpPr>
          <p:cNvPr id="7" name="TextBox 7"/>
          <p:cNvSpPr txBox="1"/>
          <p:nvPr/>
        </p:nvSpPr>
        <p:spPr>
          <a:xfrm>
            <a:off x="5296976" y="8546847"/>
            <a:ext cx="1704301" cy="273067"/>
          </a:xfrm>
          <a:prstGeom prst="rect">
            <a:avLst/>
          </a:prstGeom>
        </p:spPr>
        <p:txBody>
          <a:bodyPr lIns="0" tIns="0" rIns="0" bIns="0" rtlCol="0" anchor="t">
            <a:spAutoFit/>
          </a:bodyPr>
          <a:lstStyle/>
          <a:p>
            <a:r>
              <a:t>Lee Insung and Friends</a:t>
            </a:r>
          </a:p>
        </p:txBody>
      </p:sp>
      <p:sp>
        <p:nvSpPr>
          <p:cNvPr id="8" name="TextBox 8"/>
          <p:cNvSpPr txBox="1"/>
          <p:nvPr/>
        </p:nvSpPr>
        <p:spPr>
          <a:xfrm>
            <a:off x="7506704" y="8537322"/>
            <a:ext cx="3016821" cy="318700"/>
          </a:xfrm>
          <a:prstGeom prst="rect">
            <a:avLst/>
          </a:prstGeom>
        </p:spPr>
        <p:txBody>
          <a:bodyPr lIns="0" tIns="0" rIns="0" bIns="0" rtlCol="0" anchor="t">
            <a:spAutoFit/>
          </a:bodyPr>
          <a:lstStyle/>
          <a:p>
            <a:r>
              <a:t>Lee Minjae · Lee Yeongu · Lee Insung · Lee Hayul</a:t>
            </a:r>
          </a:p>
        </p:txBody>
      </p:sp>
      <p:sp>
        <p:nvSpPr>
          <p:cNvPr id="9" name="TextBox 9"/>
          <p:cNvSpPr txBox="1"/>
          <p:nvPr/>
        </p:nvSpPr>
        <p:spPr>
          <a:xfrm>
            <a:off x="13411200" y="1524834"/>
            <a:ext cx="3162482" cy="369332"/>
          </a:xfrm>
          <a:prstGeom prst="rect">
            <a:avLst/>
          </a:prstGeom>
        </p:spPr>
        <p:txBody>
          <a:bodyPr wrap="square" lIns="0" tIns="0" rIns="0" bIns="0" rtlCol="0" anchor="t">
            <a:spAutoFit/>
          </a:bodyPr>
          <a:lstStyle/>
          <a:p>
            <a:r>
              <a:rPr sz="2400" dirty="0"/>
              <a:t>Song Introduction</a:t>
            </a:r>
          </a:p>
        </p:txBody>
      </p:sp>
      <p:sp>
        <p:nvSpPr>
          <p:cNvPr id="10" name="AutoShape 10"/>
          <p:cNvSpPr/>
          <p:nvPr/>
        </p:nvSpPr>
        <p:spPr>
          <a:xfrm>
            <a:off x="1660267" y="8195872"/>
            <a:ext cx="14967466" cy="0"/>
          </a:xfrm>
          <a:prstGeom prst="line">
            <a:avLst/>
          </a:prstGeom>
          <a:ln w="19050" cap="flat">
            <a:solidFill>
              <a:srgbClr val="34332C"/>
            </a:solidFill>
            <a:prstDash val="solid"/>
            <a:headEnd type="none" w="sm" len="sm"/>
            <a:tailEnd type="none" w="sm" len="sm"/>
          </a:ln>
        </p:spPr>
        <p:txBody>
          <a:bodyPr/>
          <a:lstStyle/>
          <a:p>
            <a:endParaRPr/>
          </a:p>
        </p:txBody>
      </p:sp>
      <p:sp>
        <p:nvSpPr>
          <p:cNvPr id="11" name="AutoShape 11"/>
          <p:cNvSpPr/>
          <p:nvPr/>
        </p:nvSpPr>
        <p:spPr>
          <a:xfrm flipH="1" flipV="1">
            <a:off x="7189879" y="8603997"/>
            <a:ext cx="0" cy="312039"/>
          </a:xfrm>
          <a:prstGeom prst="line">
            <a:avLst/>
          </a:prstGeom>
          <a:ln w="19050" cap="flat">
            <a:solidFill>
              <a:srgbClr val="34332C"/>
            </a:solidFill>
            <a:prstDash val="solid"/>
            <a:headEnd type="none" w="sm" len="sm"/>
            <a:tailEnd type="none" w="sm" len="sm"/>
          </a:ln>
        </p:spPr>
        <p:txBody>
          <a:bodyPr/>
          <a:lstStyle/>
          <a:p>
            <a:endParaRPr/>
          </a:p>
        </p:txBody>
      </p:sp>
      <p:sp>
        <p:nvSpPr>
          <p:cNvPr id="12" name="AutoShape 12"/>
          <p:cNvSpPr/>
          <p:nvPr/>
        </p:nvSpPr>
        <p:spPr>
          <a:xfrm flipH="1" flipV="1">
            <a:off x="10669583" y="8603997"/>
            <a:ext cx="0" cy="312039"/>
          </a:xfrm>
          <a:prstGeom prst="line">
            <a:avLst/>
          </a:prstGeom>
          <a:ln w="19050" cap="flat">
            <a:solidFill>
              <a:srgbClr val="34332C"/>
            </a:solidFill>
            <a:prstDash val="solid"/>
            <a:headEnd type="none" w="sm" len="sm"/>
            <a:tailEnd type="none" w="sm" len="sm"/>
          </a:ln>
        </p:spPr>
        <p:txBody>
          <a:bodyPr/>
          <a:lstStyle/>
          <a:p>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8DE"/>
        </a:solidFill>
        <a:effectLst/>
      </p:bgPr>
    </p:bg>
    <p:spTree>
      <p:nvGrpSpPr>
        <p:cNvPr id="1" name=""/>
        <p:cNvGrpSpPr/>
        <p:nvPr/>
      </p:nvGrpSpPr>
      <p:grpSpPr>
        <a:xfrm>
          <a:off x="0" y="0"/>
          <a:ext cx="0" cy="0"/>
          <a:chOff x="0" y="0"/>
          <a:chExt cx="0" cy="0"/>
        </a:xfrm>
      </p:grpSpPr>
      <p:sp>
        <p:nvSpPr>
          <p:cNvPr id="2" name="TextBox 1"/>
          <p:cNvSpPr txBox="1"/>
          <p:nvPr/>
        </p:nvSpPr>
        <p:spPr>
          <a:xfrm>
            <a:off x="928307" y="700000"/>
            <a:ext cx="16431386" cy="1100000"/>
          </a:xfrm>
          <a:prstGeom prst="rect">
            <a:avLst/>
          </a:prstGeom>
          <a:noFill/>
        </p:spPr>
        <p:txBody>
          <a:bodyPr wrap="square">
            <a:spAutoFit/>
          </a:bodyPr>
          <a:lstStyle/>
          <a:p>
            <a:pPr algn="ctr"/>
            <a:r>
              <a:rPr sz="4400" b="1">
                <a:solidFill>
                  <a:srgbClr val="34332C"/>
                </a:solidFill>
              </a:rPr>
              <a:t>Listen to the Song</a:t>
            </a:r>
          </a:p>
        </p:txBody>
      </p:sp>
      <p:sp>
        <p:nvSpPr>
          <p:cNvPr id="3" name="TextBox 2"/>
          <p:cNvSpPr txBox="1"/>
          <p:nvPr/>
        </p:nvSpPr>
        <p:spPr>
          <a:xfrm>
            <a:off x="928307" y="1750000"/>
            <a:ext cx="16431386" cy="400110"/>
          </a:xfrm>
          <a:prstGeom prst="rect">
            <a:avLst/>
          </a:prstGeom>
          <a:noFill/>
        </p:spPr>
        <p:txBody>
          <a:bodyPr wrap="square">
            <a:spAutoFit/>
          </a:bodyPr>
          <a:lstStyle/>
          <a:p>
            <a:pPr algn="ctr"/>
            <a:r>
              <a:rPr sz="2000" i="1" dirty="0">
                <a:solidFill>
                  <a:srgbClr val="34332C"/>
                </a:solidFill>
              </a:rPr>
              <a:t>“Kids Who Exercise” </a:t>
            </a:r>
            <a:r>
              <a:rPr sz="2000" i="1" dirty="0" smtClean="0">
                <a:solidFill>
                  <a:srgbClr val="34332C"/>
                </a:solidFill>
              </a:rPr>
              <a:t>  </a:t>
            </a:r>
            <a:r>
              <a:rPr sz="2000" i="1" dirty="0">
                <a:solidFill>
                  <a:srgbClr val="34332C"/>
                </a:solidFill>
              </a:rPr>
              <a:t>·  Music &amp; Lyrics by </a:t>
            </a:r>
            <a:r>
              <a:rPr sz="2000" i="1" dirty="0" err="1" smtClean="0">
                <a:solidFill>
                  <a:srgbClr val="34332C"/>
                </a:solidFill>
              </a:rPr>
              <a:t>insung</a:t>
            </a:r>
            <a:r>
              <a:rPr sz="2000" i="1" dirty="0" smtClean="0">
                <a:solidFill>
                  <a:srgbClr val="34332C"/>
                </a:solidFill>
              </a:rPr>
              <a:t>  </a:t>
            </a:r>
            <a:r>
              <a:rPr sz="2000" i="1" dirty="0">
                <a:solidFill>
                  <a:srgbClr val="34332C"/>
                </a:solidFill>
              </a:rPr>
              <a:t>·  Created with </a:t>
            </a:r>
            <a:r>
              <a:rPr sz="2000" i="1" dirty="0" err="1">
                <a:solidFill>
                  <a:srgbClr val="34332C"/>
                </a:solidFill>
              </a:rPr>
              <a:t>Suno</a:t>
            </a:r>
            <a:r>
              <a:rPr sz="2000" i="1" dirty="0">
                <a:solidFill>
                  <a:srgbClr val="34332C"/>
                </a:solidFill>
              </a:rPr>
              <a:t> AI</a:t>
            </a:r>
          </a:p>
        </p:txBody>
      </p:sp>
      <p:sp>
        <p:nvSpPr>
          <p:cNvPr id="4" name="Rounded Rectangle 3"/>
          <p:cNvSpPr/>
          <p:nvPr/>
        </p:nvSpPr>
        <p:spPr>
          <a:xfrm>
            <a:off x="7300000" y="2450000"/>
            <a:ext cx="3700000" cy="1500000"/>
          </a:xfrm>
          <a:prstGeom prst="roundRect">
            <a:avLst/>
          </a:prstGeom>
          <a:solidFill>
            <a:srgbClr val="FFFDF8"/>
          </a:solidFill>
          <a:ln w="19050">
            <a:solidFill>
              <a:srgbClr val="3433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00000" y="2570000"/>
            <a:ext cx="3700000" cy="350000"/>
          </a:xfrm>
          <a:prstGeom prst="rect">
            <a:avLst/>
          </a:prstGeom>
          <a:noFill/>
        </p:spPr>
        <p:txBody>
          <a:bodyPr wrap="none">
            <a:spAutoFit/>
          </a:bodyPr>
          <a:lstStyle/>
          <a:p>
            <a:pPr algn="ctr"/>
            <a:r>
              <a:rPr sz="1800" b="1">
                <a:solidFill>
                  <a:srgbClr val="34332C"/>
                </a:solidFill>
              </a:rPr>
              <a:t>▶ Click to Play the Song</a:t>
            </a:r>
          </a:p>
        </p:txBody>
      </p:sp>
      <p:pic>
        <p:nvPicPr>
          <p:cNvPr id="6" name="song.mp3">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8700000" y="2930000"/>
            <a:ext cx="900000" cy="900000"/>
          </a:xfrm>
          <a:prstGeom prst="rect">
            <a:avLst/>
          </a:prstGeom>
        </p:spPr>
      </p:pic>
      <p:sp>
        <p:nvSpPr>
          <p:cNvPr id="7" name="Rounded Rectangle 6"/>
          <p:cNvSpPr/>
          <p:nvPr/>
        </p:nvSpPr>
        <p:spPr>
          <a:xfrm>
            <a:off x="2326029" y="4150000"/>
            <a:ext cx="5300000" cy="5500000"/>
          </a:xfrm>
          <a:prstGeom prst="roundRect">
            <a:avLst/>
          </a:prstGeom>
          <a:solidFill>
            <a:srgbClr val="FFFDF8"/>
          </a:solidFill>
          <a:ln w="19050">
            <a:solidFill>
              <a:srgbClr val="34332C"/>
            </a:solidFill>
          </a:ln>
          <a:effectLst/>
        </p:spPr>
        <p:style>
          <a:lnRef idx="1">
            <a:schemeClr val="accent1"/>
          </a:lnRef>
          <a:fillRef idx="3">
            <a:schemeClr val="accent1"/>
          </a:fillRef>
          <a:effectRef idx="2">
            <a:schemeClr val="accent1"/>
          </a:effectRef>
          <a:fontRef idx="minor">
            <a:schemeClr val="lt1"/>
          </a:fontRef>
        </p:style>
        <p:txBody>
          <a:bodyPr wrap="square" lIns="250000" tIns="250000" rIns="250000" rtlCol="0" anchor="ctr"/>
          <a:lstStyle/>
          <a:p>
            <a:pPr algn="ctr">
              <a:lnSpc>
                <a:spcPct val="110000"/>
              </a:lnSpc>
              <a:spcBef>
                <a:spcPts val="0"/>
              </a:spcBef>
            </a:pPr>
            <a:r>
              <a:rPr sz="2000" b="1">
                <a:solidFill>
                  <a:srgbClr val="C99A00"/>
                </a:solidFill>
              </a:rPr>
              <a:t>VERSE 1</a:t>
            </a:r>
          </a:p>
          <a:p>
            <a:pPr>
              <a:lnSpc>
                <a:spcPct val="110000"/>
              </a:lnSpc>
            </a:pPr>
            <a:r>
              <a:rPr sz="1800">
                <a:solidFill>
                  <a:srgbClr val="34332C"/>
                </a:solidFill>
              </a:rPr>
              <a:t>Wake up early in the morning light</a:t>
            </a:r>
          </a:p>
          <a:p>
            <a:pPr>
              <a:lnSpc>
                <a:spcPct val="110000"/>
              </a:lnSpc>
            </a:pPr>
            <a:r>
              <a:rPr sz="1800">
                <a:solidFill>
                  <a:srgbClr val="34332C"/>
                </a:solidFill>
              </a:rPr>
              <a:t>I should eat some veggies, make it right</a:t>
            </a:r>
          </a:p>
          <a:p>
            <a:pPr>
              <a:lnSpc>
                <a:spcPct val="110000"/>
              </a:lnSpc>
            </a:pPr>
            <a:r>
              <a:rPr sz="1800">
                <a:solidFill>
                  <a:srgbClr val="34332C"/>
                </a:solidFill>
              </a:rPr>
              <a:t>No breakfast, no success,</a:t>
            </a:r>
          </a:p>
          <a:p>
            <a:pPr>
              <a:lnSpc>
                <a:spcPct val="110000"/>
              </a:lnSpc>
            </a:pPr>
            <a:r>
              <a:rPr sz="1800">
                <a:solidFill>
                  <a:srgbClr val="34332C"/>
                </a:solidFill>
              </a:rPr>
              <a:t>study's struggle nothing less</a:t>
            </a:r>
          </a:p>
          <a:p>
            <a:pPr>
              <a:lnSpc>
                <a:spcPct val="110000"/>
              </a:lnSpc>
            </a:pPr>
            <a:endParaRPr sz="1800">
              <a:solidFill>
                <a:srgbClr val="34332C"/>
              </a:solidFill>
            </a:endParaRPr>
          </a:p>
          <a:p>
            <a:pPr>
              <a:lnSpc>
                <a:spcPct val="110000"/>
              </a:lnSpc>
              <a:spcBef>
                <a:spcPts val="1000"/>
              </a:spcBef>
            </a:pPr>
            <a:r>
              <a:rPr sz="2000" b="1">
                <a:solidFill>
                  <a:srgbClr val="C99A00"/>
                </a:solidFill>
              </a:rPr>
              <a:t>CHORUS</a:t>
            </a:r>
          </a:p>
          <a:p>
            <a:pPr>
              <a:lnSpc>
                <a:spcPct val="110000"/>
              </a:lnSpc>
            </a:pPr>
            <a:r>
              <a:rPr sz="1800">
                <a:solidFill>
                  <a:srgbClr val="34332C"/>
                </a:solidFill>
              </a:rPr>
              <a:t>Let's go take a walk outside</a:t>
            </a:r>
          </a:p>
          <a:p>
            <a:pPr>
              <a:lnSpc>
                <a:spcPct val="110000"/>
              </a:lnSpc>
            </a:pPr>
            <a:r>
              <a:rPr sz="1800">
                <a:solidFill>
                  <a:srgbClr val="34332C"/>
                </a:solidFill>
              </a:rPr>
              <a:t>Exercise every day, feel the pride</a:t>
            </a:r>
          </a:p>
          <a:p>
            <a:pPr>
              <a:lnSpc>
                <a:spcPct val="110000"/>
              </a:lnSpc>
            </a:pPr>
            <a:r>
              <a:rPr sz="1800">
                <a:solidFill>
                  <a:srgbClr val="34332C"/>
                </a:solidFill>
              </a:rPr>
              <a:t>Healthy habits make me strong</a:t>
            </a:r>
          </a:p>
          <a:p>
            <a:pPr>
              <a:lnSpc>
                <a:spcPct val="110000"/>
              </a:lnSpc>
            </a:pPr>
            <a:r>
              <a:rPr sz="1800">
                <a:solidFill>
                  <a:srgbClr val="34332C"/>
                </a:solidFill>
              </a:rPr>
              <a:t>Singing this happy morning song!</a:t>
            </a:r>
          </a:p>
        </p:txBody>
      </p:sp>
      <p:sp>
        <p:nvSpPr>
          <p:cNvPr id="8" name="Rounded Rectangle 7"/>
          <p:cNvSpPr/>
          <p:nvPr/>
        </p:nvSpPr>
        <p:spPr>
          <a:xfrm>
            <a:off x="10661971" y="4150000"/>
            <a:ext cx="5300000" cy="5500000"/>
          </a:xfrm>
          <a:prstGeom prst="roundRect">
            <a:avLst/>
          </a:prstGeom>
          <a:solidFill>
            <a:srgbClr val="FFFDF8"/>
          </a:solidFill>
          <a:ln w="19050">
            <a:solidFill>
              <a:srgbClr val="34332C"/>
            </a:solidFill>
          </a:ln>
          <a:effectLst/>
        </p:spPr>
        <p:style>
          <a:lnRef idx="1">
            <a:schemeClr val="accent1"/>
          </a:lnRef>
          <a:fillRef idx="3">
            <a:schemeClr val="accent1"/>
          </a:fillRef>
          <a:effectRef idx="2">
            <a:schemeClr val="accent1"/>
          </a:effectRef>
          <a:fontRef idx="minor">
            <a:schemeClr val="lt1"/>
          </a:fontRef>
        </p:style>
        <p:txBody>
          <a:bodyPr wrap="square" lIns="250000" tIns="250000" rIns="250000" rtlCol="0" anchor="ctr"/>
          <a:lstStyle/>
          <a:p>
            <a:pPr algn="ctr">
              <a:lnSpc>
                <a:spcPct val="110000"/>
              </a:lnSpc>
              <a:spcBef>
                <a:spcPts val="0"/>
              </a:spcBef>
            </a:pPr>
            <a:r>
              <a:rPr sz="2000" b="1">
                <a:solidFill>
                  <a:srgbClr val="C99A00"/>
                </a:solidFill>
              </a:rPr>
              <a:t>VERSE 2</a:t>
            </a:r>
          </a:p>
          <a:p>
            <a:pPr>
              <a:lnSpc>
                <a:spcPct val="110000"/>
              </a:lnSpc>
            </a:pPr>
            <a:r>
              <a:rPr sz="1800">
                <a:solidFill>
                  <a:srgbClr val="34332C"/>
                </a:solidFill>
              </a:rPr>
              <a:t>I should move my body every day</a:t>
            </a:r>
          </a:p>
          <a:p>
            <a:pPr>
              <a:lnSpc>
                <a:spcPct val="110000"/>
              </a:lnSpc>
            </a:pPr>
            <a:r>
              <a:rPr sz="1800">
                <a:solidFill>
                  <a:srgbClr val="34332C"/>
                </a:solidFill>
              </a:rPr>
              <a:t>Eating a good breakfast is the way</a:t>
            </a:r>
          </a:p>
          <a:p>
            <a:pPr>
              <a:lnSpc>
                <a:spcPct val="110000"/>
              </a:lnSpc>
            </a:pPr>
            <a:r>
              <a:rPr sz="1800">
                <a:solidFill>
                  <a:srgbClr val="34332C"/>
                </a:solidFill>
              </a:rPr>
              <a:t>Let's jump and run under the sun</a:t>
            </a:r>
          </a:p>
          <a:p>
            <a:pPr>
              <a:lnSpc>
                <a:spcPct val="110000"/>
              </a:lnSpc>
            </a:pPr>
            <a:r>
              <a:rPr sz="1800">
                <a:solidFill>
                  <a:srgbClr val="34332C"/>
                </a:solidFill>
              </a:rPr>
              <a:t>Healthy life is so much fun!</a:t>
            </a:r>
          </a:p>
          <a:p>
            <a:pPr>
              <a:lnSpc>
                <a:spcPct val="110000"/>
              </a:lnSpc>
            </a:pPr>
            <a:endParaRPr sz="1800">
              <a:solidFill>
                <a:srgbClr val="34332C"/>
              </a:solidFill>
            </a:endParaRPr>
          </a:p>
          <a:p>
            <a:pPr>
              <a:lnSpc>
                <a:spcPct val="110000"/>
              </a:lnSpc>
              <a:spcBef>
                <a:spcPts val="1000"/>
              </a:spcBef>
            </a:pPr>
            <a:r>
              <a:rPr sz="2000" b="1">
                <a:solidFill>
                  <a:srgbClr val="C99A00"/>
                </a:solidFill>
              </a:rPr>
              <a:t>BRIDGE</a:t>
            </a:r>
          </a:p>
          <a:p>
            <a:pPr>
              <a:lnSpc>
                <a:spcPct val="110000"/>
              </a:lnSpc>
            </a:pPr>
            <a:r>
              <a:rPr sz="1800">
                <a:solidFill>
                  <a:srgbClr val="34332C"/>
                </a:solidFill>
              </a:rPr>
              <a:t>Sometimes it is hard to do</a:t>
            </a:r>
          </a:p>
          <a:p>
            <a:pPr>
              <a:lnSpc>
                <a:spcPct val="110000"/>
              </a:lnSpc>
            </a:pPr>
            <a:r>
              <a:rPr sz="1800">
                <a:solidFill>
                  <a:srgbClr val="34332C"/>
                </a:solidFill>
              </a:rPr>
              <a:t>But it is good for me and you</a:t>
            </a:r>
          </a:p>
          <a:p>
            <a:pPr>
              <a:lnSpc>
                <a:spcPct val="110000"/>
              </a:lnSpc>
            </a:pPr>
            <a:r>
              <a:rPr sz="1800">
                <a:solidFill>
                  <a:srgbClr val="34332C"/>
                </a:solidFill>
              </a:rPr>
              <a:t>Step by step and day by day</a:t>
            </a:r>
          </a:p>
          <a:p>
            <a:pPr>
              <a:lnSpc>
                <a:spcPct val="110000"/>
              </a:lnSpc>
            </a:pPr>
            <a:r>
              <a:rPr sz="1800">
                <a:solidFill>
                  <a:srgbClr val="34332C"/>
                </a:solidFill>
              </a:rPr>
              <a:t>We can chase the lazy away!</a:t>
            </a:r>
          </a:p>
        </p:txBody>
      </p:sp>
    </p:spTree>
  </p:cSld>
  <p:clrMapOvr>
    <a:masterClrMapping/>
  </p:clrMapOvr>
  <p:timing>
    <p:tnLst>
      <p:par>
        <p:cTn id="1" dur="indefinite" restart="never" nodeType="tmRoot">
          <p:childTnLst>
            <p:audio>
              <p:cMediaNode vol="80000">
                <p:cTn id="2" fill="hold" display="0">
                  <p:stCondLst>
                    <p:cond delay="indefinite"/>
                  </p:stCondLst>
                </p:cTn>
                <p:tgtEl>
                  <p:spTgt spid="6"/>
                </p:tgtEl>
              </p:cMediaNode>
            </p:audio>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8DE"/>
        </a:solidFill>
        <a:effectLst/>
      </p:bgPr>
    </p:bg>
    <p:spTree>
      <p:nvGrpSpPr>
        <p:cNvPr id="1" name=""/>
        <p:cNvGrpSpPr/>
        <p:nvPr/>
      </p:nvGrpSpPr>
      <p:grpSpPr>
        <a:xfrm>
          <a:off x="0" y="0"/>
          <a:ext cx="0" cy="0"/>
          <a:chOff x="0" y="0"/>
          <a:chExt cx="0" cy="0"/>
        </a:xfrm>
      </p:grpSpPr>
      <p:grpSp>
        <p:nvGrpSpPr>
          <p:cNvPr id="2" name="Group 2"/>
          <p:cNvGrpSpPr/>
          <p:nvPr/>
        </p:nvGrpSpPr>
        <p:grpSpPr>
          <a:xfrm>
            <a:off x="928307" y="1001327"/>
            <a:ext cx="16431386" cy="8284345"/>
            <a:chOff x="0" y="0"/>
            <a:chExt cx="4327608" cy="2181885"/>
          </a:xfrm>
        </p:grpSpPr>
        <p:sp>
          <p:nvSpPr>
            <p:cNvPr id="3" name="Freeform 3"/>
            <p:cNvSpPr/>
            <p:nvPr/>
          </p:nvSpPr>
          <p:spPr>
            <a:xfrm>
              <a:off x="0" y="0"/>
              <a:ext cx="4327608" cy="2181885"/>
            </a:xfrm>
            <a:custGeom>
              <a:avLst/>
              <a:gdLst/>
              <a:ahLst/>
              <a:cxnLst/>
              <a:rect l="l" t="t" r="r" b="b"/>
              <a:pathLst>
                <a:path w="4327608" h="2181885">
                  <a:moveTo>
                    <a:pt x="0" y="0"/>
                  </a:moveTo>
                  <a:lnTo>
                    <a:pt x="4327608" y="0"/>
                  </a:lnTo>
                  <a:lnTo>
                    <a:pt x="4327608" y="2181885"/>
                  </a:lnTo>
                  <a:lnTo>
                    <a:pt x="0" y="2181885"/>
                  </a:lnTo>
                  <a:close/>
                </a:path>
              </a:pathLst>
            </a:custGeom>
            <a:solidFill>
              <a:srgbClr val="FFFDF8"/>
            </a:solidFill>
            <a:ln w="19050" cap="sq">
              <a:solidFill>
                <a:srgbClr val="34332C"/>
              </a:solidFill>
              <a:prstDash val="solid"/>
              <a:miter/>
            </a:ln>
          </p:spPr>
          <p:txBody>
            <a:bodyPr/>
            <a:lstStyle/>
            <a:p>
              <a:endParaRPr lang="ko-KR" altLang="en-US"/>
            </a:p>
          </p:txBody>
        </p:sp>
        <p:sp>
          <p:nvSpPr>
            <p:cNvPr id="4" name="TextBox 4"/>
            <p:cNvSpPr txBox="1"/>
            <p:nvPr/>
          </p:nvSpPr>
          <p:spPr>
            <a:xfrm>
              <a:off x="0" y="-47625"/>
              <a:ext cx="4327608" cy="222951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Freeform 5"/>
          <p:cNvSpPr/>
          <p:nvPr/>
        </p:nvSpPr>
        <p:spPr>
          <a:xfrm>
            <a:off x="1606216" y="756509"/>
            <a:ext cx="1511496" cy="1636705"/>
          </a:xfrm>
          <a:custGeom>
            <a:avLst/>
            <a:gdLst/>
            <a:ahLst/>
            <a:cxnLst/>
            <a:rect l="l" t="t" r="r" b="b"/>
            <a:pathLst>
              <a:path w="1511496" h="1636705">
                <a:moveTo>
                  <a:pt x="0" y="0"/>
                </a:moveTo>
                <a:lnTo>
                  <a:pt x="1511496" y="0"/>
                </a:lnTo>
                <a:lnTo>
                  <a:pt x="1511496" y="1636705"/>
                </a:lnTo>
                <a:lnTo>
                  <a:pt x="0" y="1636705"/>
                </a:lnTo>
                <a:lnTo>
                  <a:pt x="0" y="0"/>
                </a:lnTo>
                <a:close/>
              </a:path>
            </a:pathLst>
          </a:custGeom>
          <a:solidFill>
            <a:srgbClr val="FFDF60"/>
          </a:solidFill>
        </p:spPr>
        <p:txBody>
          <a:bodyPr/>
          <a:lstStyle/>
          <a:p>
            <a:endParaRPr/>
          </a:p>
        </p:txBody>
      </p:sp>
      <p:grpSp>
        <p:nvGrpSpPr>
          <p:cNvPr id="6" name="Group 6"/>
          <p:cNvGrpSpPr/>
          <p:nvPr/>
        </p:nvGrpSpPr>
        <p:grpSpPr>
          <a:xfrm>
            <a:off x="7249442" y="3635342"/>
            <a:ext cx="8712529" cy="4962768"/>
            <a:chOff x="0" y="0"/>
            <a:chExt cx="2042281" cy="1163310"/>
          </a:xfrm>
        </p:grpSpPr>
        <p:sp>
          <p:nvSpPr>
            <p:cNvPr id="7" name="Freeform 7"/>
            <p:cNvSpPr/>
            <p:nvPr/>
          </p:nvSpPr>
          <p:spPr>
            <a:xfrm>
              <a:off x="0" y="0"/>
              <a:ext cx="2042281" cy="1163310"/>
            </a:xfrm>
            <a:custGeom>
              <a:avLst/>
              <a:gdLst/>
              <a:ahLst/>
              <a:cxnLst/>
              <a:rect l="l" t="t" r="r" b="b"/>
              <a:pathLst>
                <a:path w="2042281" h="1163310">
                  <a:moveTo>
                    <a:pt x="0" y="0"/>
                  </a:moveTo>
                  <a:lnTo>
                    <a:pt x="2042281" y="0"/>
                  </a:lnTo>
                  <a:lnTo>
                    <a:pt x="2042281" y="1163310"/>
                  </a:lnTo>
                  <a:lnTo>
                    <a:pt x="0" y="1163310"/>
                  </a:lnTo>
                  <a:close/>
                </a:path>
              </a:pathLst>
            </a:custGeom>
            <a:solidFill>
              <a:srgbClr val="FFFDF8"/>
            </a:solidFill>
            <a:ln w="19050" cap="sq">
              <a:solidFill>
                <a:srgbClr val="34332C"/>
              </a:solidFill>
              <a:prstDash val="solid"/>
              <a:miter/>
            </a:ln>
          </p:spPr>
          <p:txBody>
            <a:bodyPr/>
            <a:lstStyle/>
            <a:p>
              <a:endParaRPr lang="ko-KR" altLang="en-US"/>
            </a:p>
          </p:txBody>
        </p:sp>
        <p:sp>
          <p:nvSpPr>
            <p:cNvPr id="8" name="TextBox 8"/>
            <p:cNvSpPr txBox="1"/>
            <p:nvPr/>
          </p:nvSpPr>
          <p:spPr>
            <a:xfrm>
              <a:off x="0" y="-76200"/>
              <a:ext cx="2042281" cy="1239510"/>
            </a:xfrm>
            <a:prstGeom prst="rect">
              <a:avLst/>
            </a:prstGeom>
          </p:spPr>
          <p:txBody>
            <a:bodyPr lIns="50800" tIns="50800" rIns="50800" bIns="50800" rtlCol="0" anchor="ctr"/>
            <a:lstStyle/>
            <a:p>
              <a:pPr marL="0" lvl="0" indent="0" algn="just">
                <a:lnSpc>
                  <a:spcPts val="3213"/>
                </a:lnSpc>
                <a:spcBef>
                  <a:spcPct val="0"/>
                </a:spcBef>
              </a:pPr>
              <a:endParaRPr/>
            </a:p>
          </p:txBody>
        </p:sp>
      </p:grpSp>
      <p:grpSp>
        <p:nvGrpSpPr>
          <p:cNvPr id="9" name="Group 9"/>
          <p:cNvGrpSpPr/>
          <p:nvPr/>
        </p:nvGrpSpPr>
        <p:grpSpPr>
          <a:xfrm>
            <a:off x="2326029" y="3635342"/>
            <a:ext cx="4744706" cy="4962768"/>
            <a:chOff x="0" y="0"/>
            <a:chExt cx="735079" cy="768863"/>
          </a:xfrm>
        </p:grpSpPr>
        <p:sp>
          <p:nvSpPr>
            <p:cNvPr id="10" name="Freeform 10"/>
            <p:cNvSpPr/>
            <p:nvPr/>
          </p:nvSpPr>
          <p:spPr>
            <a:xfrm>
              <a:off x="0" y="0"/>
              <a:ext cx="735079" cy="768863"/>
            </a:xfrm>
            <a:custGeom>
              <a:avLst/>
              <a:gdLst/>
              <a:ahLst/>
              <a:cxnLst/>
              <a:rect l="l" t="t" r="r" b="b"/>
              <a:pathLst>
                <a:path w="735079" h="768863">
                  <a:moveTo>
                    <a:pt x="0" y="0"/>
                  </a:moveTo>
                  <a:lnTo>
                    <a:pt x="735079" y="0"/>
                  </a:lnTo>
                  <a:lnTo>
                    <a:pt x="735079" y="768863"/>
                  </a:lnTo>
                  <a:lnTo>
                    <a:pt x="0" y="768863"/>
                  </a:lnTo>
                  <a:close/>
                </a:path>
              </a:pathLst>
            </a:custGeom>
            <a:solidFill>
              <a:srgbClr val="FFFDF8"/>
            </a:solidFill>
            <a:ln w="19050">
              <a:solidFill>
                <a:srgbClr val="34332C"/>
              </a:solidFill>
            </a:ln>
          </p:spPr>
          <p:txBody>
            <a:bodyPr/>
            <a:lstStyle/>
            <a:p>
              <a:endParaRPr lang="ko-KR" altLang="en-US"/>
            </a:p>
          </p:txBody>
        </p:sp>
      </p:grpSp>
      <p:sp>
        <p:nvSpPr>
          <p:cNvPr id="11" name="TextBox 11"/>
          <p:cNvSpPr txBox="1"/>
          <p:nvPr/>
        </p:nvSpPr>
        <p:spPr>
          <a:xfrm>
            <a:off x="5686082" y="1753642"/>
            <a:ext cx="6915837" cy="677108"/>
          </a:xfrm>
          <a:prstGeom prst="rect">
            <a:avLst/>
          </a:prstGeom>
        </p:spPr>
        <p:txBody>
          <a:bodyPr lIns="0" tIns="0" rIns="0" bIns="0" rtlCol="0" anchor="t">
            <a:spAutoFit/>
          </a:bodyPr>
          <a:lstStyle/>
          <a:p>
            <a:r>
              <a:rPr sz="4400" dirty="0"/>
              <a:t>About Our Song</a:t>
            </a:r>
          </a:p>
        </p:txBody>
      </p:sp>
      <p:sp>
        <p:nvSpPr>
          <p:cNvPr id="12" name="TextBox 12"/>
          <p:cNvSpPr txBox="1"/>
          <p:nvPr/>
        </p:nvSpPr>
        <p:spPr>
          <a:xfrm>
            <a:off x="12534316" y="1515310"/>
            <a:ext cx="4039366" cy="388301"/>
          </a:xfrm>
          <a:prstGeom prst="rect">
            <a:avLst/>
          </a:prstGeom>
        </p:spPr>
        <p:txBody>
          <a:bodyPr lIns="0" tIns="0" rIns="0" bIns="0" rtlCol="0" anchor="t">
            <a:spAutoFit/>
          </a:bodyPr>
          <a:lstStyle/>
          <a:p>
            <a:r>
              <a:rPr lang="en-US" dirty="0"/>
              <a:t>Lee </a:t>
            </a:r>
            <a:r>
              <a:rPr lang="en-US" dirty="0" err="1"/>
              <a:t>Insung</a:t>
            </a:r>
            <a:r>
              <a:rPr lang="en-US" dirty="0"/>
              <a:t> and Friends</a:t>
            </a:r>
          </a:p>
        </p:txBody>
      </p:sp>
      <p:sp>
        <p:nvSpPr>
          <p:cNvPr id="13" name="TextBox 13"/>
          <p:cNvSpPr txBox="1"/>
          <p:nvPr/>
        </p:nvSpPr>
        <p:spPr>
          <a:xfrm>
            <a:off x="7863156" y="5350779"/>
            <a:ext cx="7485100" cy="2788601"/>
          </a:xfrm>
          <a:prstGeom prst="rect">
            <a:avLst/>
          </a:prstGeom>
        </p:spPr>
        <p:txBody>
          <a:bodyPr lIns="0" tIns="0" rIns="0" bIns="0" rtlCol="0" anchor="t">
            <a:spAutoFit/>
          </a:bodyPr>
          <a:lstStyle/>
          <a:p>
            <a:r>
              <a:t>We made a song called "Kids Who Exercise." It is about exercise and healthy morning habits. We wrote the lyrics and made the music using Suno AI.</a:t>
            </a:r>
          </a:p>
          <a:p>
            <a:r>
              <a:t>The song starts with a warning about skipping breakfast and not moving. Then it becomes a happy, energetic song about exercising every day. We hope it makes you want to move!</a:t>
            </a:r>
          </a:p>
        </p:txBody>
      </p:sp>
      <p:grpSp>
        <p:nvGrpSpPr>
          <p:cNvPr id="14" name="Group 14"/>
          <p:cNvGrpSpPr/>
          <p:nvPr/>
        </p:nvGrpSpPr>
        <p:grpSpPr>
          <a:xfrm>
            <a:off x="7863156" y="4123090"/>
            <a:ext cx="7485100" cy="868643"/>
            <a:chOff x="0" y="0"/>
            <a:chExt cx="1754563" cy="203616"/>
          </a:xfrm>
        </p:grpSpPr>
        <p:sp>
          <p:nvSpPr>
            <p:cNvPr id="15" name="Freeform 15"/>
            <p:cNvSpPr/>
            <p:nvPr/>
          </p:nvSpPr>
          <p:spPr>
            <a:xfrm>
              <a:off x="0" y="0"/>
              <a:ext cx="1754563" cy="203616"/>
            </a:xfrm>
            <a:custGeom>
              <a:avLst/>
              <a:gdLst/>
              <a:ahLst/>
              <a:cxnLst/>
              <a:rect l="l" t="t" r="r" b="b"/>
              <a:pathLst>
                <a:path w="1754563" h="203616">
                  <a:moveTo>
                    <a:pt x="0" y="0"/>
                  </a:moveTo>
                  <a:lnTo>
                    <a:pt x="1754563" y="0"/>
                  </a:lnTo>
                  <a:lnTo>
                    <a:pt x="1754563" y="203616"/>
                  </a:lnTo>
                  <a:lnTo>
                    <a:pt x="0" y="203616"/>
                  </a:lnTo>
                  <a:close/>
                </a:path>
              </a:pathLst>
            </a:custGeom>
            <a:solidFill>
              <a:srgbClr val="FFFDF8"/>
            </a:solidFill>
            <a:ln w="19050" cap="sq">
              <a:solidFill>
                <a:srgbClr val="34332C"/>
              </a:solidFill>
              <a:prstDash val="solid"/>
              <a:miter/>
            </a:ln>
          </p:spPr>
          <p:txBody>
            <a:bodyPr/>
            <a:lstStyle/>
            <a:p>
              <a:endParaRPr lang="ko-KR" altLang="en-US"/>
            </a:p>
          </p:txBody>
        </p:sp>
        <p:sp>
          <p:nvSpPr>
            <p:cNvPr id="16" name="TextBox 16"/>
            <p:cNvSpPr txBox="1"/>
            <p:nvPr/>
          </p:nvSpPr>
          <p:spPr>
            <a:xfrm>
              <a:off x="0" y="-47625"/>
              <a:ext cx="1754563" cy="251241"/>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7" name="TextBox 17"/>
          <p:cNvSpPr txBox="1"/>
          <p:nvPr/>
        </p:nvSpPr>
        <p:spPr>
          <a:xfrm>
            <a:off x="8436468" y="4268423"/>
            <a:ext cx="6911789" cy="677108"/>
          </a:xfrm>
          <a:prstGeom prst="rect">
            <a:avLst/>
          </a:prstGeom>
        </p:spPr>
        <p:txBody>
          <a:bodyPr lIns="0" tIns="0" rIns="0" bIns="0" rtlCol="0" anchor="t">
            <a:spAutoFit/>
          </a:bodyPr>
          <a:lstStyle/>
          <a:p>
            <a:r>
              <a:rPr sz="2200"/>
              <a:t>Our song shares a fun and powerful message about exercise.</a:t>
            </a:r>
          </a:p>
        </p:txBody>
      </p:sp>
      <p:sp>
        <p:nvSpPr>
          <p:cNvPr id="18" name="AutoShape 18"/>
          <p:cNvSpPr/>
          <p:nvPr/>
        </p:nvSpPr>
        <p:spPr>
          <a:xfrm>
            <a:off x="8164880" y="4365578"/>
            <a:ext cx="0" cy="383667"/>
          </a:xfrm>
          <a:prstGeom prst="line">
            <a:avLst/>
          </a:prstGeom>
          <a:ln w="47625" cap="flat">
            <a:solidFill>
              <a:srgbClr val="FFDF60"/>
            </a:solidFill>
            <a:prstDash val="solid"/>
            <a:headEnd type="none" w="sm" len="sm"/>
            <a:tailEnd type="none" w="sm" len="sm"/>
          </a:ln>
        </p:spPr>
        <p:txBody>
          <a:bodyPr/>
          <a:lstStyle/>
          <a:p>
            <a:endParaRPr/>
          </a:p>
        </p:txBody>
      </p:sp>
      <p:sp>
        <p:nvSpPr>
          <p:cNvPr id="19" name="TextBox 18"/>
          <p:cNvSpPr txBox="1"/>
          <p:nvPr/>
        </p:nvSpPr>
        <p:spPr>
          <a:xfrm>
            <a:off x="2326029" y="5016726"/>
            <a:ext cx="4744706" cy="1400000"/>
          </a:xfrm>
          <a:prstGeom prst="rect">
            <a:avLst/>
          </a:prstGeom>
          <a:noFill/>
        </p:spPr>
        <p:txBody>
          <a:bodyPr wrap="none">
            <a:spAutoFit/>
          </a:bodyPr>
          <a:lstStyle/>
          <a:p>
            <a:pPr algn="ctr"/>
            <a:r>
              <a:rPr sz="9600"/>
              <a:t>🎵</a:t>
            </a:r>
          </a:p>
        </p:txBody>
      </p:sp>
      <p:sp>
        <p:nvSpPr>
          <p:cNvPr id="20" name="TextBox 19"/>
          <p:cNvSpPr txBox="1"/>
          <p:nvPr/>
        </p:nvSpPr>
        <p:spPr>
          <a:xfrm>
            <a:off x="2626029" y="6466726"/>
            <a:ext cx="4144706" cy="900000"/>
          </a:xfrm>
          <a:prstGeom prst="rect">
            <a:avLst/>
          </a:prstGeom>
          <a:noFill/>
        </p:spPr>
        <p:txBody>
          <a:bodyPr wrap="square">
            <a:spAutoFit/>
          </a:bodyPr>
          <a:lstStyle/>
          <a:p>
            <a:pPr algn="ctr"/>
            <a:r>
              <a:rPr sz="2000" b="1">
                <a:solidFill>
                  <a:srgbClr val="34332C"/>
                </a:solidFill>
              </a:rPr>
              <a:t>"Let's go take a walk outside,
exercise every day!"</a:t>
            </a:r>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8DE"/>
        </a:solidFill>
        <a:effectLst/>
      </p:bgPr>
    </p:bg>
    <p:spTree>
      <p:nvGrpSpPr>
        <p:cNvPr id="1" name=""/>
        <p:cNvGrpSpPr/>
        <p:nvPr/>
      </p:nvGrpSpPr>
      <p:grpSpPr>
        <a:xfrm>
          <a:off x="0" y="0"/>
          <a:ext cx="0" cy="0"/>
          <a:chOff x="0" y="0"/>
          <a:chExt cx="0" cy="0"/>
        </a:xfrm>
      </p:grpSpPr>
      <p:grpSp>
        <p:nvGrpSpPr>
          <p:cNvPr id="2" name="Group 2"/>
          <p:cNvGrpSpPr/>
          <p:nvPr/>
        </p:nvGrpSpPr>
        <p:grpSpPr>
          <a:xfrm>
            <a:off x="928307" y="1001327"/>
            <a:ext cx="16431386" cy="8284345"/>
            <a:chOff x="0" y="0"/>
            <a:chExt cx="4327608" cy="2181885"/>
          </a:xfrm>
        </p:grpSpPr>
        <p:sp>
          <p:nvSpPr>
            <p:cNvPr id="3" name="Freeform 3"/>
            <p:cNvSpPr/>
            <p:nvPr/>
          </p:nvSpPr>
          <p:spPr>
            <a:xfrm>
              <a:off x="0" y="0"/>
              <a:ext cx="4327608" cy="2181885"/>
            </a:xfrm>
            <a:custGeom>
              <a:avLst/>
              <a:gdLst/>
              <a:ahLst/>
              <a:cxnLst/>
              <a:rect l="l" t="t" r="r" b="b"/>
              <a:pathLst>
                <a:path w="4327608" h="2181885">
                  <a:moveTo>
                    <a:pt x="0" y="0"/>
                  </a:moveTo>
                  <a:lnTo>
                    <a:pt x="4327608" y="0"/>
                  </a:lnTo>
                  <a:lnTo>
                    <a:pt x="4327608" y="2181885"/>
                  </a:lnTo>
                  <a:lnTo>
                    <a:pt x="0" y="2181885"/>
                  </a:lnTo>
                  <a:close/>
                </a:path>
              </a:pathLst>
            </a:custGeom>
            <a:solidFill>
              <a:srgbClr val="FFFDF8"/>
            </a:solidFill>
            <a:ln w="19050" cap="sq">
              <a:solidFill>
                <a:srgbClr val="34332C"/>
              </a:solidFill>
              <a:prstDash val="solid"/>
              <a:miter/>
            </a:ln>
          </p:spPr>
          <p:txBody>
            <a:bodyPr/>
            <a:lstStyle/>
            <a:p>
              <a:endParaRPr lang="ko-KR" altLang="en-US"/>
            </a:p>
          </p:txBody>
        </p:sp>
        <p:sp>
          <p:nvSpPr>
            <p:cNvPr id="4" name="TextBox 4"/>
            <p:cNvSpPr txBox="1"/>
            <p:nvPr/>
          </p:nvSpPr>
          <p:spPr>
            <a:xfrm>
              <a:off x="0" y="-47625"/>
              <a:ext cx="4327608" cy="222951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Freeform 5"/>
          <p:cNvSpPr/>
          <p:nvPr/>
        </p:nvSpPr>
        <p:spPr>
          <a:xfrm>
            <a:off x="1606216" y="756509"/>
            <a:ext cx="1511496" cy="1636705"/>
          </a:xfrm>
          <a:custGeom>
            <a:avLst/>
            <a:gdLst/>
            <a:ahLst/>
            <a:cxnLst/>
            <a:rect l="l" t="t" r="r" b="b"/>
            <a:pathLst>
              <a:path w="1511496" h="1636705">
                <a:moveTo>
                  <a:pt x="0" y="0"/>
                </a:moveTo>
                <a:lnTo>
                  <a:pt x="1511496" y="0"/>
                </a:lnTo>
                <a:lnTo>
                  <a:pt x="1511496" y="1636705"/>
                </a:lnTo>
                <a:lnTo>
                  <a:pt x="0" y="1636705"/>
                </a:lnTo>
                <a:lnTo>
                  <a:pt x="0" y="0"/>
                </a:lnTo>
                <a:close/>
              </a:path>
            </a:pathLst>
          </a:custGeom>
          <a:solidFill>
            <a:srgbClr val="FFDF60"/>
          </a:solidFill>
        </p:spPr>
        <p:txBody>
          <a:bodyPr/>
          <a:lstStyle/>
          <a:p>
            <a:endParaRPr/>
          </a:p>
        </p:txBody>
      </p:sp>
      <p:grpSp>
        <p:nvGrpSpPr>
          <p:cNvPr id="6" name="Group 6"/>
          <p:cNvGrpSpPr/>
          <p:nvPr/>
        </p:nvGrpSpPr>
        <p:grpSpPr>
          <a:xfrm>
            <a:off x="6027824" y="3546661"/>
            <a:ext cx="10075516" cy="868643"/>
            <a:chOff x="0" y="0"/>
            <a:chExt cx="2361775" cy="203616"/>
          </a:xfrm>
        </p:grpSpPr>
        <p:sp>
          <p:nvSpPr>
            <p:cNvPr id="7" name="Freeform 7"/>
            <p:cNvSpPr/>
            <p:nvPr/>
          </p:nvSpPr>
          <p:spPr>
            <a:xfrm>
              <a:off x="0" y="0"/>
              <a:ext cx="2361775" cy="203616"/>
            </a:xfrm>
            <a:custGeom>
              <a:avLst/>
              <a:gdLst/>
              <a:ahLst/>
              <a:cxnLst/>
              <a:rect l="l" t="t" r="r" b="b"/>
              <a:pathLst>
                <a:path w="2361775" h="203616">
                  <a:moveTo>
                    <a:pt x="0" y="0"/>
                  </a:moveTo>
                  <a:lnTo>
                    <a:pt x="2361775" y="0"/>
                  </a:lnTo>
                  <a:lnTo>
                    <a:pt x="2361775" y="203616"/>
                  </a:lnTo>
                  <a:lnTo>
                    <a:pt x="0" y="203616"/>
                  </a:lnTo>
                  <a:close/>
                </a:path>
              </a:pathLst>
            </a:custGeom>
            <a:solidFill>
              <a:srgbClr val="FFFDF8"/>
            </a:solidFill>
            <a:ln w="19050" cap="sq">
              <a:solidFill>
                <a:srgbClr val="34332C"/>
              </a:solidFill>
              <a:prstDash val="solid"/>
              <a:miter/>
            </a:ln>
          </p:spPr>
          <p:txBody>
            <a:bodyPr/>
            <a:lstStyle/>
            <a:p>
              <a:endParaRPr lang="ko-KR" altLang="en-US"/>
            </a:p>
          </p:txBody>
        </p:sp>
        <p:sp>
          <p:nvSpPr>
            <p:cNvPr id="8" name="TextBox 8"/>
            <p:cNvSpPr txBox="1"/>
            <p:nvPr/>
          </p:nvSpPr>
          <p:spPr>
            <a:xfrm>
              <a:off x="0" y="-47625"/>
              <a:ext cx="2361775" cy="251241"/>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9" name="Group 9"/>
          <p:cNvGrpSpPr/>
          <p:nvPr/>
        </p:nvGrpSpPr>
        <p:grpSpPr>
          <a:xfrm>
            <a:off x="6027824" y="4802980"/>
            <a:ext cx="10075516" cy="868643"/>
            <a:chOff x="0" y="0"/>
            <a:chExt cx="2361775" cy="203616"/>
          </a:xfrm>
        </p:grpSpPr>
        <p:sp>
          <p:nvSpPr>
            <p:cNvPr id="10" name="Freeform 10"/>
            <p:cNvSpPr/>
            <p:nvPr/>
          </p:nvSpPr>
          <p:spPr>
            <a:xfrm>
              <a:off x="0" y="0"/>
              <a:ext cx="2361775" cy="203616"/>
            </a:xfrm>
            <a:custGeom>
              <a:avLst/>
              <a:gdLst/>
              <a:ahLst/>
              <a:cxnLst/>
              <a:rect l="l" t="t" r="r" b="b"/>
              <a:pathLst>
                <a:path w="2361775" h="203616">
                  <a:moveTo>
                    <a:pt x="0" y="0"/>
                  </a:moveTo>
                  <a:lnTo>
                    <a:pt x="2361775" y="0"/>
                  </a:lnTo>
                  <a:lnTo>
                    <a:pt x="2361775" y="203616"/>
                  </a:lnTo>
                  <a:lnTo>
                    <a:pt x="0" y="203616"/>
                  </a:lnTo>
                  <a:close/>
                </a:path>
              </a:pathLst>
            </a:custGeom>
            <a:solidFill>
              <a:srgbClr val="FFFDF8"/>
            </a:solidFill>
            <a:ln w="19050" cap="sq">
              <a:solidFill>
                <a:srgbClr val="34332C"/>
              </a:solidFill>
              <a:prstDash val="solid"/>
              <a:miter/>
            </a:ln>
          </p:spPr>
          <p:txBody>
            <a:bodyPr/>
            <a:lstStyle/>
            <a:p>
              <a:endParaRPr lang="ko-KR" altLang="en-US"/>
            </a:p>
          </p:txBody>
        </p:sp>
        <p:sp>
          <p:nvSpPr>
            <p:cNvPr id="11" name="TextBox 11"/>
            <p:cNvSpPr txBox="1"/>
            <p:nvPr/>
          </p:nvSpPr>
          <p:spPr>
            <a:xfrm>
              <a:off x="0" y="-47625"/>
              <a:ext cx="2361775" cy="251241"/>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12" name="Group 12"/>
          <p:cNvGrpSpPr/>
          <p:nvPr/>
        </p:nvGrpSpPr>
        <p:grpSpPr>
          <a:xfrm>
            <a:off x="6027824" y="6062149"/>
            <a:ext cx="10075516" cy="868643"/>
            <a:chOff x="0" y="0"/>
            <a:chExt cx="2361775" cy="203616"/>
          </a:xfrm>
        </p:grpSpPr>
        <p:sp>
          <p:nvSpPr>
            <p:cNvPr id="13" name="Freeform 13"/>
            <p:cNvSpPr/>
            <p:nvPr/>
          </p:nvSpPr>
          <p:spPr>
            <a:xfrm>
              <a:off x="0" y="0"/>
              <a:ext cx="2361775" cy="203616"/>
            </a:xfrm>
            <a:custGeom>
              <a:avLst/>
              <a:gdLst/>
              <a:ahLst/>
              <a:cxnLst/>
              <a:rect l="l" t="t" r="r" b="b"/>
              <a:pathLst>
                <a:path w="2361775" h="203616">
                  <a:moveTo>
                    <a:pt x="0" y="0"/>
                  </a:moveTo>
                  <a:lnTo>
                    <a:pt x="2361775" y="0"/>
                  </a:lnTo>
                  <a:lnTo>
                    <a:pt x="2361775" y="203616"/>
                  </a:lnTo>
                  <a:lnTo>
                    <a:pt x="0" y="203616"/>
                  </a:lnTo>
                  <a:close/>
                </a:path>
              </a:pathLst>
            </a:custGeom>
            <a:solidFill>
              <a:srgbClr val="FFFDF8"/>
            </a:solidFill>
            <a:ln w="19050" cap="sq">
              <a:solidFill>
                <a:srgbClr val="34332C"/>
              </a:solidFill>
              <a:prstDash val="solid"/>
              <a:miter/>
            </a:ln>
          </p:spPr>
          <p:txBody>
            <a:bodyPr/>
            <a:lstStyle/>
            <a:p>
              <a:endParaRPr lang="ko-KR" altLang="en-US"/>
            </a:p>
          </p:txBody>
        </p:sp>
        <p:sp>
          <p:nvSpPr>
            <p:cNvPr id="14" name="TextBox 14"/>
            <p:cNvSpPr txBox="1"/>
            <p:nvPr/>
          </p:nvSpPr>
          <p:spPr>
            <a:xfrm>
              <a:off x="0" y="-47625"/>
              <a:ext cx="2361775" cy="251241"/>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5" name="AutoShape 15"/>
          <p:cNvSpPr/>
          <p:nvPr/>
        </p:nvSpPr>
        <p:spPr>
          <a:xfrm>
            <a:off x="6329547" y="3789149"/>
            <a:ext cx="0" cy="383667"/>
          </a:xfrm>
          <a:prstGeom prst="line">
            <a:avLst/>
          </a:prstGeom>
          <a:ln w="47625" cap="flat">
            <a:solidFill>
              <a:srgbClr val="FFDF60"/>
            </a:solidFill>
            <a:prstDash val="solid"/>
            <a:headEnd type="none" w="sm" len="sm"/>
            <a:tailEnd type="none" w="sm" len="sm"/>
          </a:ln>
        </p:spPr>
        <p:txBody>
          <a:bodyPr/>
          <a:lstStyle/>
          <a:p>
            <a:endParaRPr/>
          </a:p>
        </p:txBody>
      </p:sp>
      <p:sp>
        <p:nvSpPr>
          <p:cNvPr id="16" name="AutoShape 16"/>
          <p:cNvSpPr/>
          <p:nvPr/>
        </p:nvSpPr>
        <p:spPr>
          <a:xfrm>
            <a:off x="6329547" y="5045469"/>
            <a:ext cx="0" cy="383667"/>
          </a:xfrm>
          <a:prstGeom prst="line">
            <a:avLst/>
          </a:prstGeom>
          <a:ln w="47625" cap="flat">
            <a:solidFill>
              <a:srgbClr val="FFDF60"/>
            </a:solidFill>
            <a:prstDash val="solid"/>
            <a:headEnd type="none" w="sm" len="sm"/>
            <a:tailEnd type="none" w="sm" len="sm"/>
          </a:ln>
        </p:spPr>
        <p:txBody>
          <a:bodyPr/>
          <a:lstStyle/>
          <a:p>
            <a:endParaRPr/>
          </a:p>
        </p:txBody>
      </p:sp>
      <p:sp>
        <p:nvSpPr>
          <p:cNvPr id="17" name="AutoShape 17"/>
          <p:cNvSpPr/>
          <p:nvPr/>
        </p:nvSpPr>
        <p:spPr>
          <a:xfrm>
            <a:off x="6329547" y="6304637"/>
            <a:ext cx="0" cy="383667"/>
          </a:xfrm>
          <a:prstGeom prst="line">
            <a:avLst/>
          </a:prstGeom>
          <a:ln w="47625" cap="flat">
            <a:solidFill>
              <a:srgbClr val="FFDF60"/>
            </a:solidFill>
            <a:prstDash val="solid"/>
            <a:headEnd type="none" w="sm" len="sm"/>
            <a:tailEnd type="none" w="sm" len="sm"/>
          </a:ln>
        </p:spPr>
        <p:txBody>
          <a:bodyPr/>
          <a:lstStyle/>
          <a:p>
            <a:endParaRPr/>
          </a:p>
        </p:txBody>
      </p:sp>
      <p:grpSp>
        <p:nvGrpSpPr>
          <p:cNvPr id="18" name="Group 18"/>
          <p:cNvGrpSpPr/>
          <p:nvPr/>
        </p:nvGrpSpPr>
        <p:grpSpPr>
          <a:xfrm>
            <a:off x="2184660" y="7321317"/>
            <a:ext cx="13918679" cy="1347850"/>
            <a:chOff x="0" y="0"/>
            <a:chExt cx="3262641" cy="315946"/>
          </a:xfrm>
        </p:grpSpPr>
        <p:sp>
          <p:nvSpPr>
            <p:cNvPr id="19" name="Freeform 19"/>
            <p:cNvSpPr/>
            <p:nvPr/>
          </p:nvSpPr>
          <p:spPr>
            <a:xfrm>
              <a:off x="0" y="0"/>
              <a:ext cx="3262641" cy="315946"/>
            </a:xfrm>
            <a:custGeom>
              <a:avLst/>
              <a:gdLst/>
              <a:ahLst/>
              <a:cxnLst/>
              <a:rect l="l" t="t" r="r" b="b"/>
              <a:pathLst>
                <a:path w="3262641" h="315946">
                  <a:moveTo>
                    <a:pt x="0" y="0"/>
                  </a:moveTo>
                  <a:lnTo>
                    <a:pt x="3262641" y="0"/>
                  </a:lnTo>
                  <a:lnTo>
                    <a:pt x="3262641" y="315946"/>
                  </a:lnTo>
                  <a:lnTo>
                    <a:pt x="0" y="315946"/>
                  </a:lnTo>
                  <a:close/>
                </a:path>
              </a:pathLst>
            </a:custGeom>
            <a:solidFill>
              <a:srgbClr val="FFF8DE"/>
            </a:solidFill>
            <a:ln w="19050" cap="sq">
              <a:solidFill>
                <a:srgbClr val="34332C"/>
              </a:solidFill>
              <a:prstDash val="solid"/>
              <a:miter/>
            </a:ln>
          </p:spPr>
          <p:txBody>
            <a:bodyPr/>
            <a:lstStyle/>
            <a:p>
              <a:endParaRPr lang="ko-KR" altLang="en-US"/>
            </a:p>
          </p:txBody>
        </p:sp>
        <p:sp>
          <p:nvSpPr>
            <p:cNvPr id="20" name="TextBox 20"/>
            <p:cNvSpPr txBox="1"/>
            <p:nvPr/>
          </p:nvSpPr>
          <p:spPr>
            <a:xfrm>
              <a:off x="0" y="-47625"/>
              <a:ext cx="3262641" cy="363571"/>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21" name="Group 21"/>
          <p:cNvGrpSpPr/>
          <p:nvPr/>
        </p:nvGrpSpPr>
        <p:grpSpPr>
          <a:xfrm>
            <a:off x="2184660" y="3546661"/>
            <a:ext cx="3595513" cy="3384131"/>
            <a:chOff x="0" y="0"/>
            <a:chExt cx="557039" cy="524291"/>
          </a:xfrm>
        </p:grpSpPr>
        <p:sp>
          <p:nvSpPr>
            <p:cNvPr id="22" name="Freeform 22"/>
            <p:cNvSpPr/>
            <p:nvPr/>
          </p:nvSpPr>
          <p:spPr>
            <a:xfrm>
              <a:off x="0" y="0"/>
              <a:ext cx="557039" cy="524291"/>
            </a:xfrm>
            <a:custGeom>
              <a:avLst/>
              <a:gdLst/>
              <a:ahLst/>
              <a:cxnLst/>
              <a:rect l="l" t="t" r="r" b="b"/>
              <a:pathLst>
                <a:path w="557039" h="524291">
                  <a:moveTo>
                    <a:pt x="0" y="0"/>
                  </a:moveTo>
                  <a:lnTo>
                    <a:pt x="557039" y="0"/>
                  </a:lnTo>
                  <a:lnTo>
                    <a:pt x="557039" y="524291"/>
                  </a:lnTo>
                  <a:lnTo>
                    <a:pt x="0" y="524291"/>
                  </a:lnTo>
                  <a:close/>
                </a:path>
              </a:pathLst>
            </a:custGeom>
            <a:solidFill>
              <a:srgbClr val="FFFDF8"/>
            </a:solidFill>
            <a:ln w="19050">
              <a:solidFill>
                <a:srgbClr val="34332C"/>
              </a:solidFill>
            </a:ln>
          </p:spPr>
          <p:txBody>
            <a:bodyPr/>
            <a:lstStyle/>
            <a:p>
              <a:endParaRPr lang="ko-KR" altLang="en-US"/>
            </a:p>
          </p:txBody>
        </p:sp>
      </p:grpSp>
      <p:sp>
        <p:nvSpPr>
          <p:cNvPr id="23" name="TextBox 23"/>
          <p:cNvSpPr txBox="1"/>
          <p:nvPr/>
        </p:nvSpPr>
        <p:spPr>
          <a:xfrm>
            <a:off x="4614515" y="1782217"/>
            <a:ext cx="9058971" cy="430887"/>
          </a:xfrm>
          <a:prstGeom prst="rect">
            <a:avLst/>
          </a:prstGeom>
        </p:spPr>
        <p:txBody>
          <a:bodyPr lIns="0" tIns="0" rIns="0" bIns="0" rtlCol="0" anchor="t">
            <a:spAutoFit/>
          </a:bodyPr>
          <a:lstStyle/>
          <a:p>
            <a:r>
              <a:rPr sz="2800" dirty="0"/>
              <a:t>What Our Song Says</a:t>
            </a:r>
          </a:p>
        </p:txBody>
      </p:sp>
      <p:sp>
        <p:nvSpPr>
          <p:cNvPr id="25" name="TextBox 25"/>
          <p:cNvSpPr txBox="1"/>
          <p:nvPr/>
        </p:nvSpPr>
        <p:spPr>
          <a:xfrm>
            <a:off x="6601135" y="3682468"/>
            <a:ext cx="9383963" cy="738664"/>
          </a:xfrm>
          <a:prstGeom prst="rect">
            <a:avLst/>
          </a:prstGeom>
        </p:spPr>
        <p:txBody>
          <a:bodyPr lIns="0" tIns="0" rIns="0" bIns="0" rtlCol="0" anchor="t">
            <a:spAutoFit/>
          </a:bodyPr>
          <a:lstStyle/>
          <a:p>
            <a:r>
              <a:rPr sz="2400" dirty="0"/>
              <a:t>Verse 1 — A morning with no breakfast and no exercise feels hard and tiring</a:t>
            </a:r>
          </a:p>
        </p:txBody>
      </p:sp>
      <p:sp>
        <p:nvSpPr>
          <p:cNvPr id="26" name="TextBox 26"/>
          <p:cNvSpPr txBox="1"/>
          <p:nvPr/>
        </p:nvSpPr>
        <p:spPr>
          <a:xfrm>
            <a:off x="6601135" y="4938788"/>
            <a:ext cx="9383963" cy="369332"/>
          </a:xfrm>
          <a:prstGeom prst="rect">
            <a:avLst/>
          </a:prstGeom>
        </p:spPr>
        <p:txBody>
          <a:bodyPr lIns="0" tIns="0" rIns="0" bIns="0" rtlCol="0" anchor="t">
            <a:spAutoFit/>
          </a:bodyPr>
          <a:lstStyle/>
          <a:p>
            <a:r>
              <a:rPr sz="2400"/>
              <a:t>Chorus — "Let's go take a walk outside, exercise every day, feel the pride!"</a:t>
            </a:r>
          </a:p>
        </p:txBody>
      </p:sp>
      <p:sp>
        <p:nvSpPr>
          <p:cNvPr id="27" name="TextBox 27"/>
          <p:cNvSpPr txBox="1"/>
          <p:nvPr/>
        </p:nvSpPr>
        <p:spPr>
          <a:xfrm>
            <a:off x="6601135" y="6197957"/>
            <a:ext cx="9383963" cy="369332"/>
          </a:xfrm>
          <a:prstGeom prst="rect">
            <a:avLst/>
          </a:prstGeom>
        </p:spPr>
        <p:txBody>
          <a:bodyPr lIns="0" tIns="0" rIns="0" bIns="0" rtlCol="0" anchor="t">
            <a:spAutoFit/>
          </a:bodyPr>
          <a:lstStyle/>
          <a:p>
            <a:r>
              <a:rPr sz="2400"/>
              <a:t>Verse 2 &amp; Bridge — Moving your body and eating well make every day more fun</a:t>
            </a:r>
          </a:p>
        </p:txBody>
      </p:sp>
      <p:sp>
        <p:nvSpPr>
          <p:cNvPr id="28" name="TextBox 28"/>
          <p:cNvSpPr txBox="1"/>
          <p:nvPr/>
        </p:nvSpPr>
        <p:spPr>
          <a:xfrm>
            <a:off x="2600659" y="7562997"/>
            <a:ext cx="13086682" cy="738664"/>
          </a:xfrm>
          <a:prstGeom prst="rect">
            <a:avLst/>
          </a:prstGeom>
        </p:spPr>
        <p:txBody>
          <a:bodyPr lIns="0" tIns="0" rIns="0" bIns="0" rtlCol="0" anchor="t">
            <a:spAutoFit/>
          </a:bodyPr>
          <a:lstStyle/>
          <a:p>
            <a:r>
              <a:rPr sz="2400"/>
              <a:t>Our song moves from a warning to an exciting call to action. Step by step, it shows how small daily habits, like a morning walk and a good breakfast, can make us healthier and happier.</a:t>
            </a:r>
          </a:p>
        </p:txBody>
      </p:sp>
      <p:sp>
        <p:nvSpPr>
          <p:cNvPr id="29" name="TextBox 28"/>
          <p:cNvSpPr txBox="1"/>
          <p:nvPr/>
        </p:nvSpPr>
        <p:spPr>
          <a:xfrm>
            <a:off x="2184660" y="4138726"/>
            <a:ext cx="3595513" cy="1400000"/>
          </a:xfrm>
          <a:prstGeom prst="rect">
            <a:avLst/>
          </a:prstGeom>
          <a:noFill/>
        </p:spPr>
        <p:txBody>
          <a:bodyPr wrap="none">
            <a:spAutoFit/>
          </a:bodyPr>
          <a:lstStyle/>
          <a:p>
            <a:pPr algn="ctr"/>
            <a:r>
              <a:rPr sz="9600"/>
              <a:t>🎶</a:t>
            </a:r>
          </a:p>
        </p:txBody>
      </p:sp>
      <p:sp>
        <p:nvSpPr>
          <p:cNvPr id="30" name="TextBox 29"/>
          <p:cNvSpPr txBox="1"/>
          <p:nvPr/>
        </p:nvSpPr>
        <p:spPr>
          <a:xfrm>
            <a:off x="2484660" y="5588726"/>
            <a:ext cx="2995513" cy="900000"/>
          </a:xfrm>
          <a:prstGeom prst="rect">
            <a:avLst/>
          </a:prstGeom>
          <a:noFill/>
        </p:spPr>
        <p:txBody>
          <a:bodyPr wrap="square">
            <a:spAutoFit/>
          </a:bodyPr>
          <a:lstStyle/>
          <a:p>
            <a:pPr algn="ctr"/>
            <a:r>
              <a:rPr sz="2000" b="1">
                <a:solidFill>
                  <a:srgbClr val="34332C"/>
                </a:solidFill>
              </a:rPr>
              <a:t>"Let's go take a walk outside,
exercise every day!"</a:t>
            </a:r>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8DE"/>
        </a:solidFill>
        <a:effectLst/>
      </p:bgPr>
    </p:bg>
    <p:spTree>
      <p:nvGrpSpPr>
        <p:cNvPr id="1" name=""/>
        <p:cNvGrpSpPr/>
        <p:nvPr/>
      </p:nvGrpSpPr>
      <p:grpSpPr>
        <a:xfrm>
          <a:off x="0" y="0"/>
          <a:ext cx="0" cy="0"/>
          <a:chOff x="0" y="0"/>
          <a:chExt cx="0" cy="0"/>
        </a:xfrm>
      </p:grpSpPr>
      <p:grpSp>
        <p:nvGrpSpPr>
          <p:cNvPr id="2" name="Group 2"/>
          <p:cNvGrpSpPr/>
          <p:nvPr/>
        </p:nvGrpSpPr>
        <p:grpSpPr>
          <a:xfrm>
            <a:off x="928307" y="1001327"/>
            <a:ext cx="16431386" cy="8284345"/>
            <a:chOff x="0" y="0"/>
            <a:chExt cx="4327608" cy="2181885"/>
          </a:xfrm>
        </p:grpSpPr>
        <p:sp>
          <p:nvSpPr>
            <p:cNvPr id="3" name="Freeform 3"/>
            <p:cNvSpPr/>
            <p:nvPr/>
          </p:nvSpPr>
          <p:spPr>
            <a:xfrm>
              <a:off x="0" y="0"/>
              <a:ext cx="4327608" cy="2181885"/>
            </a:xfrm>
            <a:custGeom>
              <a:avLst/>
              <a:gdLst/>
              <a:ahLst/>
              <a:cxnLst/>
              <a:rect l="l" t="t" r="r" b="b"/>
              <a:pathLst>
                <a:path w="4327608" h="2181885">
                  <a:moveTo>
                    <a:pt x="0" y="0"/>
                  </a:moveTo>
                  <a:lnTo>
                    <a:pt x="4327608" y="0"/>
                  </a:lnTo>
                  <a:lnTo>
                    <a:pt x="4327608" y="2181885"/>
                  </a:lnTo>
                  <a:lnTo>
                    <a:pt x="0" y="2181885"/>
                  </a:lnTo>
                  <a:close/>
                </a:path>
              </a:pathLst>
            </a:custGeom>
            <a:solidFill>
              <a:srgbClr val="FFFDF8"/>
            </a:solidFill>
            <a:ln w="19050" cap="sq">
              <a:solidFill>
                <a:srgbClr val="34332C"/>
              </a:solidFill>
              <a:prstDash val="solid"/>
              <a:miter/>
            </a:ln>
          </p:spPr>
          <p:txBody>
            <a:bodyPr/>
            <a:lstStyle/>
            <a:p>
              <a:endParaRPr lang="ko-KR" altLang="en-US"/>
            </a:p>
          </p:txBody>
        </p:sp>
        <p:sp>
          <p:nvSpPr>
            <p:cNvPr id="4" name="TextBox 4"/>
            <p:cNvSpPr txBox="1"/>
            <p:nvPr/>
          </p:nvSpPr>
          <p:spPr>
            <a:xfrm>
              <a:off x="0" y="-47625"/>
              <a:ext cx="4327608" cy="222951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Freeform 5"/>
          <p:cNvSpPr/>
          <p:nvPr/>
        </p:nvSpPr>
        <p:spPr>
          <a:xfrm>
            <a:off x="1414601" y="330942"/>
            <a:ext cx="1541172" cy="2250601"/>
          </a:xfrm>
          <a:custGeom>
            <a:avLst/>
            <a:gdLst/>
            <a:ahLst/>
            <a:cxnLst/>
            <a:rect l="l" t="t" r="r" b="b"/>
            <a:pathLst>
              <a:path w="1541172" h="2250601">
                <a:moveTo>
                  <a:pt x="0" y="0"/>
                </a:moveTo>
                <a:lnTo>
                  <a:pt x="1541173" y="0"/>
                </a:lnTo>
                <a:lnTo>
                  <a:pt x="1541173" y="2250601"/>
                </a:lnTo>
                <a:lnTo>
                  <a:pt x="0" y="2250601"/>
                </a:lnTo>
                <a:lnTo>
                  <a:pt x="0" y="0"/>
                </a:lnTo>
                <a:close/>
              </a:path>
            </a:pathLst>
          </a:custGeom>
          <a:solidFill>
            <a:srgbClr val="FFDF60"/>
          </a:solidFill>
        </p:spPr>
        <p:txBody>
          <a:bodyPr/>
          <a:lstStyle/>
          <a:p>
            <a:endParaRPr/>
          </a:p>
        </p:txBody>
      </p:sp>
      <p:grpSp>
        <p:nvGrpSpPr>
          <p:cNvPr id="6" name="Group 6"/>
          <p:cNvGrpSpPr/>
          <p:nvPr/>
        </p:nvGrpSpPr>
        <p:grpSpPr>
          <a:xfrm>
            <a:off x="2018815" y="4736334"/>
            <a:ext cx="4585023" cy="3322162"/>
            <a:chOff x="0" y="0"/>
            <a:chExt cx="1074763" cy="778739"/>
          </a:xfrm>
        </p:grpSpPr>
        <p:sp>
          <p:nvSpPr>
            <p:cNvPr id="7" name="Freeform 7"/>
            <p:cNvSpPr/>
            <p:nvPr/>
          </p:nvSpPr>
          <p:spPr>
            <a:xfrm>
              <a:off x="0" y="0"/>
              <a:ext cx="1074763" cy="778739"/>
            </a:xfrm>
            <a:custGeom>
              <a:avLst/>
              <a:gdLst/>
              <a:ahLst/>
              <a:cxnLst/>
              <a:rect l="l" t="t" r="r" b="b"/>
              <a:pathLst>
                <a:path w="1074763" h="778739">
                  <a:moveTo>
                    <a:pt x="0" y="0"/>
                  </a:moveTo>
                  <a:lnTo>
                    <a:pt x="1074763" y="0"/>
                  </a:lnTo>
                  <a:lnTo>
                    <a:pt x="1074763" y="778739"/>
                  </a:lnTo>
                  <a:lnTo>
                    <a:pt x="0" y="778739"/>
                  </a:lnTo>
                  <a:close/>
                </a:path>
              </a:pathLst>
            </a:custGeom>
            <a:solidFill>
              <a:srgbClr val="FFFDF8"/>
            </a:solidFill>
            <a:ln w="19050" cap="sq">
              <a:solidFill>
                <a:srgbClr val="34332C"/>
              </a:solidFill>
              <a:prstDash val="solid"/>
              <a:miter/>
            </a:ln>
          </p:spPr>
          <p:txBody>
            <a:bodyPr/>
            <a:lstStyle/>
            <a:p>
              <a:endParaRPr lang="ko-KR" altLang="en-US"/>
            </a:p>
          </p:txBody>
        </p:sp>
        <p:sp>
          <p:nvSpPr>
            <p:cNvPr id="8" name="TextBox 8"/>
            <p:cNvSpPr txBox="1"/>
            <p:nvPr/>
          </p:nvSpPr>
          <p:spPr>
            <a:xfrm>
              <a:off x="0" y="-76200"/>
              <a:ext cx="1074763" cy="854939"/>
            </a:xfrm>
            <a:prstGeom prst="rect">
              <a:avLst/>
            </a:prstGeom>
          </p:spPr>
          <p:txBody>
            <a:bodyPr lIns="50800" tIns="50800" rIns="50800" bIns="50800" rtlCol="0" anchor="ctr"/>
            <a:lstStyle/>
            <a:p>
              <a:pPr marL="0" lvl="0" indent="0" algn="just">
                <a:lnSpc>
                  <a:spcPts val="3213"/>
                </a:lnSpc>
                <a:spcBef>
                  <a:spcPct val="0"/>
                </a:spcBef>
              </a:pPr>
              <a:endParaRPr/>
            </a:p>
          </p:txBody>
        </p:sp>
      </p:grpSp>
      <p:grpSp>
        <p:nvGrpSpPr>
          <p:cNvPr id="9" name="Group 9"/>
          <p:cNvGrpSpPr/>
          <p:nvPr/>
        </p:nvGrpSpPr>
        <p:grpSpPr>
          <a:xfrm>
            <a:off x="6851488" y="4736334"/>
            <a:ext cx="4585023" cy="3322162"/>
            <a:chOff x="0" y="0"/>
            <a:chExt cx="1074763" cy="778739"/>
          </a:xfrm>
        </p:grpSpPr>
        <p:sp>
          <p:nvSpPr>
            <p:cNvPr id="10" name="Freeform 10"/>
            <p:cNvSpPr/>
            <p:nvPr/>
          </p:nvSpPr>
          <p:spPr>
            <a:xfrm>
              <a:off x="0" y="0"/>
              <a:ext cx="1074763" cy="778739"/>
            </a:xfrm>
            <a:custGeom>
              <a:avLst/>
              <a:gdLst/>
              <a:ahLst/>
              <a:cxnLst/>
              <a:rect l="l" t="t" r="r" b="b"/>
              <a:pathLst>
                <a:path w="1074763" h="778739">
                  <a:moveTo>
                    <a:pt x="0" y="0"/>
                  </a:moveTo>
                  <a:lnTo>
                    <a:pt x="1074763" y="0"/>
                  </a:lnTo>
                  <a:lnTo>
                    <a:pt x="1074763" y="778739"/>
                  </a:lnTo>
                  <a:lnTo>
                    <a:pt x="0" y="778739"/>
                  </a:lnTo>
                  <a:close/>
                </a:path>
              </a:pathLst>
            </a:custGeom>
            <a:solidFill>
              <a:srgbClr val="FFFDF8"/>
            </a:solidFill>
            <a:ln w="19050" cap="sq">
              <a:solidFill>
                <a:srgbClr val="34332C"/>
              </a:solidFill>
              <a:prstDash val="solid"/>
              <a:miter/>
            </a:ln>
          </p:spPr>
          <p:txBody>
            <a:bodyPr/>
            <a:lstStyle/>
            <a:p>
              <a:endParaRPr lang="ko-KR" altLang="en-US"/>
            </a:p>
          </p:txBody>
        </p:sp>
        <p:sp>
          <p:nvSpPr>
            <p:cNvPr id="11" name="TextBox 11"/>
            <p:cNvSpPr txBox="1"/>
            <p:nvPr/>
          </p:nvSpPr>
          <p:spPr>
            <a:xfrm>
              <a:off x="0" y="-76200"/>
              <a:ext cx="1074763" cy="854939"/>
            </a:xfrm>
            <a:prstGeom prst="rect">
              <a:avLst/>
            </a:prstGeom>
          </p:spPr>
          <p:txBody>
            <a:bodyPr lIns="50800" tIns="50800" rIns="50800" bIns="50800" rtlCol="0" anchor="ctr"/>
            <a:lstStyle/>
            <a:p>
              <a:pPr marL="0" lvl="0" indent="0" algn="just">
                <a:lnSpc>
                  <a:spcPts val="3213"/>
                </a:lnSpc>
                <a:spcBef>
                  <a:spcPct val="0"/>
                </a:spcBef>
              </a:pPr>
              <a:endParaRPr/>
            </a:p>
          </p:txBody>
        </p:sp>
      </p:grpSp>
      <p:grpSp>
        <p:nvGrpSpPr>
          <p:cNvPr id="12" name="Group 12"/>
          <p:cNvGrpSpPr/>
          <p:nvPr/>
        </p:nvGrpSpPr>
        <p:grpSpPr>
          <a:xfrm>
            <a:off x="11684162" y="4736334"/>
            <a:ext cx="4585023" cy="3322162"/>
            <a:chOff x="0" y="0"/>
            <a:chExt cx="1074763" cy="778739"/>
          </a:xfrm>
        </p:grpSpPr>
        <p:sp>
          <p:nvSpPr>
            <p:cNvPr id="13" name="Freeform 13"/>
            <p:cNvSpPr/>
            <p:nvPr/>
          </p:nvSpPr>
          <p:spPr>
            <a:xfrm>
              <a:off x="0" y="0"/>
              <a:ext cx="1074763" cy="778739"/>
            </a:xfrm>
            <a:custGeom>
              <a:avLst/>
              <a:gdLst/>
              <a:ahLst/>
              <a:cxnLst/>
              <a:rect l="l" t="t" r="r" b="b"/>
              <a:pathLst>
                <a:path w="1074763" h="778739">
                  <a:moveTo>
                    <a:pt x="0" y="0"/>
                  </a:moveTo>
                  <a:lnTo>
                    <a:pt x="1074763" y="0"/>
                  </a:lnTo>
                  <a:lnTo>
                    <a:pt x="1074763" y="778739"/>
                  </a:lnTo>
                  <a:lnTo>
                    <a:pt x="0" y="778739"/>
                  </a:lnTo>
                  <a:close/>
                </a:path>
              </a:pathLst>
            </a:custGeom>
            <a:solidFill>
              <a:srgbClr val="FFFDF8"/>
            </a:solidFill>
            <a:ln w="19050" cap="sq">
              <a:solidFill>
                <a:srgbClr val="34332C"/>
              </a:solidFill>
              <a:prstDash val="solid"/>
              <a:miter/>
            </a:ln>
          </p:spPr>
          <p:txBody>
            <a:bodyPr/>
            <a:lstStyle/>
            <a:p>
              <a:endParaRPr lang="ko-KR" altLang="en-US"/>
            </a:p>
          </p:txBody>
        </p:sp>
        <p:sp>
          <p:nvSpPr>
            <p:cNvPr id="14" name="TextBox 14"/>
            <p:cNvSpPr txBox="1"/>
            <p:nvPr/>
          </p:nvSpPr>
          <p:spPr>
            <a:xfrm>
              <a:off x="0" y="-76200"/>
              <a:ext cx="1074763" cy="854939"/>
            </a:xfrm>
            <a:prstGeom prst="rect">
              <a:avLst/>
            </a:prstGeom>
          </p:spPr>
          <p:txBody>
            <a:bodyPr lIns="50800" tIns="50800" rIns="50800" bIns="50800" rtlCol="0" anchor="ctr"/>
            <a:lstStyle/>
            <a:p>
              <a:pPr marL="0" lvl="0" indent="0" algn="just">
                <a:lnSpc>
                  <a:spcPts val="3213"/>
                </a:lnSpc>
                <a:spcBef>
                  <a:spcPct val="0"/>
                </a:spcBef>
              </a:pPr>
              <a:endParaRPr/>
            </a:p>
          </p:txBody>
        </p:sp>
      </p:grpSp>
      <p:sp>
        <p:nvSpPr>
          <p:cNvPr id="15" name="TextBox 15"/>
          <p:cNvSpPr txBox="1"/>
          <p:nvPr/>
        </p:nvSpPr>
        <p:spPr>
          <a:xfrm>
            <a:off x="5686082" y="1753642"/>
            <a:ext cx="6915837" cy="1193478"/>
          </a:xfrm>
          <a:prstGeom prst="rect">
            <a:avLst/>
          </a:prstGeom>
        </p:spPr>
        <p:txBody>
          <a:bodyPr lIns="0" tIns="0" rIns="0" bIns="0" rtlCol="0" anchor="t">
            <a:spAutoFit/>
          </a:bodyPr>
          <a:lstStyle/>
          <a:p>
            <a:r>
              <a:t>The Story in Our Song</a:t>
            </a:r>
          </a:p>
        </p:txBody>
      </p:sp>
      <p:sp>
        <p:nvSpPr>
          <p:cNvPr id="16" name="TextBox 16"/>
          <p:cNvSpPr txBox="1"/>
          <p:nvPr/>
        </p:nvSpPr>
        <p:spPr>
          <a:xfrm>
            <a:off x="12534316" y="1515310"/>
            <a:ext cx="4039366" cy="365714"/>
          </a:xfrm>
          <a:prstGeom prst="rect">
            <a:avLst/>
          </a:prstGeom>
        </p:spPr>
        <p:txBody>
          <a:bodyPr lIns="0" tIns="0" rIns="0" bIns="0" rtlCol="0" anchor="t">
            <a:spAutoFit/>
          </a:bodyPr>
          <a:lstStyle/>
          <a:p>
            <a:r>
              <a:t>Our Song: Kids Who Exercise</a:t>
            </a:r>
          </a:p>
        </p:txBody>
      </p:sp>
      <p:sp>
        <p:nvSpPr>
          <p:cNvPr id="17" name="TextBox 17"/>
          <p:cNvSpPr txBox="1"/>
          <p:nvPr/>
        </p:nvSpPr>
        <p:spPr>
          <a:xfrm>
            <a:off x="2351370" y="6422374"/>
            <a:ext cx="3919913" cy="1108664"/>
          </a:xfrm>
          <a:prstGeom prst="rect">
            <a:avLst/>
          </a:prstGeom>
        </p:spPr>
        <p:txBody>
          <a:bodyPr lIns="0" tIns="0" rIns="0" bIns="0" rtlCol="0" anchor="t">
            <a:spAutoFit/>
          </a:bodyPr>
          <a:lstStyle/>
          <a:p>
            <a:r>
              <a:t>In Verse 1, a child skips breakfast and doesn't move. The morning feels hard, and studying feels like a struggle.</a:t>
            </a:r>
          </a:p>
        </p:txBody>
      </p:sp>
      <p:sp>
        <p:nvSpPr>
          <p:cNvPr id="18" name="TextBox 18"/>
          <p:cNvSpPr txBox="1"/>
          <p:nvPr/>
        </p:nvSpPr>
        <p:spPr>
          <a:xfrm>
            <a:off x="7184044" y="6422374"/>
            <a:ext cx="3919913" cy="1108664"/>
          </a:xfrm>
          <a:prstGeom prst="rect">
            <a:avLst/>
          </a:prstGeom>
        </p:spPr>
        <p:txBody>
          <a:bodyPr lIns="0" tIns="0" rIns="0" bIns="0" rtlCol="0" anchor="t">
            <a:spAutoFit/>
          </a:bodyPr>
          <a:lstStyle/>
          <a:p>
            <a:r>
              <a:t>In Verse 2, the child moves every day, eats a good breakfast, and runs and jumps under the sun. Life feels fun again!</a:t>
            </a:r>
          </a:p>
        </p:txBody>
      </p:sp>
      <p:sp>
        <p:nvSpPr>
          <p:cNvPr id="19" name="TextBox 19"/>
          <p:cNvSpPr txBox="1"/>
          <p:nvPr/>
        </p:nvSpPr>
        <p:spPr>
          <a:xfrm>
            <a:off x="12016717" y="6422374"/>
            <a:ext cx="3919913" cy="1108664"/>
          </a:xfrm>
          <a:prstGeom prst="rect">
            <a:avLst/>
          </a:prstGeom>
        </p:spPr>
        <p:txBody>
          <a:bodyPr lIns="0" tIns="0" rIns="0" bIns="0" rtlCol="0" anchor="t">
            <a:spAutoFit/>
          </a:bodyPr>
          <a:lstStyle/>
          <a:p>
            <a:r>
              <a:t>The bridge and chorus repeat our message: small steps, day by day, can chase the lazy away and build healthy habits.</a:t>
            </a:r>
          </a:p>
        </p:txBody>
      </p:sp>
      <p:grpSp>
        <p:nvGrpSpPr>
          <p:cNvPr id="20" name="Group 20"/>
          <p:cNvGrpSpPr/>
          <p:nvPr/>
        </p:nvGrpSpPr>
        <p:grpSpPr>
          <a:xfrm>
            <a:off x="2351370" y="5167366"/>
            <a:ext cx="3919913" cy="868643"/>
            <a:chOff x="0" y="0"/>
            <a:chExt cx="918857" cy="203616"/>
          </a:xfrm>
        </p:grpSpPr>
        <p:sp>
          <p:nvSpPr>
            <p:cNvPr id="21" name="Freeform 21"/>
            <p:cNvSpPr/>
            <p:nvPr/>
          </p:nvSpPr>
          <p:spPr>
            <a:xfrm>
              <a:off x="0" y="0"/>
              <a:ext cx="918857" cy="203616"/>
            </a:xfrm>
            <a:custGeom>
              <a:avLst/>
              <a:gdLst/>
              <a:ahLst/>
              <a:cxnLst/>
              <a:rect l="l" t="t" r="r" b="b"/>
              <a:pathLst>
                <a:path w="918857" h="203616">
                  <a:moveTo>
                    <a:pt x="0" y="0"/>
                  </a:moveTo>
                  <a:lnTo>
                    <a:pt x="918857" y="0"/>
                  </a:lnTo>
                  <a:lnTo>
                    <a:pt x="918857" y="203616"/>
                  </a:lnTo>
                  <a:lnTo>
                    <a:pt x="0" y="203616"/>
                  </a:lnTo>
                  <a:close/>
                </a:path>
              </a:pathLst>
            </a:custGeom>
            <a:solidFill>
              <a:srgbClr val="FFFDF8"/>
            </a:solidFill>
            <a:ln w="19050" cap="sq">
              <a:solidFill>
                <a:srgbClr val="34332C"/>
              </a:solidFill>
              <a:prstDash val="solid"/>
              <a:miter/>
            </a:ln>
          </p:spPr>
          <p:txBody>
            <a:bodyPr/>
            <a:lstStyle/>
            <a:p>
              <a:endParaRPr lang="ko-KR" altLang="en-US"/>
            </a:p>
          </p:txBody>
        </p:sp>
        <p:sp>
          <p:nvSpPr>
            <p:cNvPr id="22" name="TextBox 22"/>
            <p:cNvSpPr txBox="1"/>
            <p:nvPr/>
          </p:nvSpPr>
          <p:spPr>
            <a:xfrm>
              <a:off x="0" y="-47625"/>
              <a:ext cx="918857" cy="251241"/>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23" name="Group 23"/>
          <p:cNvGrpSpPr/>
          <p:nvPr/>
        </p:nvGrpSpPr>
        <p:grpSpPr>
          <a:xfrm>
            <a:off x="7184044" y="5167366"/>
            <a:ext cx="3919913" cy="868643"/>
            <a:chOff x="0" y="0"/>
            <a:chExt cx="918857" cy="203616"/>
          </a:xfrm>
        </p:grpSpPr>
        <p:sp>
          <p:nvSpPr>
            <p:cNvPr id="24" name="Freeform 24"/>
            <p:cNvSpPr/>
            <p:nvPr/>
          </p:nvSpPr>
          <p:spPr>
            <a:xfrm>
              <a:off x="0" y="0"/>
              <a:ext cx="918857" cy="203616"/>
            </a:xfrm>
            <a:custGeom>
              <a:avLst/>
              <a:gdLst/>
              <a:ahLst/>
              <a:cxnLst/>
              <a:rect l="l" t="t" r="r" b="b"/>
              <a:pathLst>
                <a:path w="918857" h="203616">
                  <a:moveTo>
                    <a:pt x="0" y="0"/>
                  </a:moveTo>
                  <a:lnTo>
                    <a:pt x="918857" y="0"/>
                  </a:lnTo>
                  <a:lnTo>
                    <a:pt x="918857" y="203616"/>
                  </a:lnTo>
                  <a:lnTo>
                    <a:pt x="0" y="203616"/>
                  </a:lnTo>
                  <a:close/>
                </a:path>
              </a:pathLst>
            </a:custGeom>
            <a:solidFill>
              <a:srgbClr val="FFFDF8"/>
            </a:solidFill>
            <a:ln w="19050" cap="sq">
              <a:solidFill>
                <a:srgbClr val="34332C"/>
              </a:solidFill>
              <a:prstDash val="solid"/>
              <a:miter/>
            </a:ln>
          </p:spPr>
          <p:txBody>
            <a:bodyPr/>
            <a:lstStyle/>
            <a:p>
              <a:endParaRPr lang="ko-KR" altLang="en-US"/>
            </a:p>
          </p:txBody>
        </p:sp>
        <p:sp>
          <p:nvSpPr>
            <p:cNvPr id="25" name="TextBox 25"/>
            <p:cNvSpPr txBox="1"/>
            <p:nvPr/>
          </p:nvSpPr>
          <p:spPr>
            <a:xfrm>
              <a:off x="0" y="-47625"/>
              <a:ext cx="918857" cy="251241"/>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26" name="Group 26"/>
          <p:cNvGrpSpPr/>
          <p:nvPr/>
        </p:nvGrpSpPr>
        <p:grpSpPr>
          <a:xfrm>
            <a:off x="12016717" y="5167366"/>
            <a:ext cx="3919913" cy="868643"/>
            <a:chOff x="0" y="0"/>
            <a:chExt cx="918857" cy="203616"/>
          </a:xfrm>
        </p:grpSpPr>
        <p:sp>
          <p:nvSpPr>
            <p:cNvPr id="27" name="Freeform 27"/>
            <p:cNvSpPr/>
            <p:nvPr/>
          </p:nvSpPr>
          <p:spPr>
            <a:xfrm>
              <a:off x="0" y="0"/>
              <a:ext cx="918857" cy="203616"/>
            </a:xfrm>
            <a:custGeom>
              <a:avLst/>
              <a:gdLst/>
              <a:ahLst/>
              <a:cxnLst/>
              <a:rect l="l" t="t" r="r" b="b"/>
              <a:pathLst>
                <a:path w="918857" h="203616">
                  <a:moveTo>
                    <a:pt x="0" y="0"/>
                  </a:moveTo>
                  <a:lnTo>
                    <a:pt x="918857" y="0"/>
                  </a:lnTo>
                  <a:lnTo>
                    <a:pt x="918857" y="203616"/>
                  </a:lnTo>
                  <a:lnTo>
                    <a:pt x="0" y="203616"/>
                  </a:lnTo>
                  <a:close/>
                </a:path>
              </a:pathLst>
            </a:custGeom>
            <a:solidFill>
              <a:srgbClr val="FFFDF8"/>
            </a:solidFill>
            <a:ln w="19050" cap="sq">
              <a:solidFill>
                <a:srgbClr val="34332C"/>
              </a:solidFill>
              <a:prstDash val="solid"/>
              <a:miter/>
            </a:ln>
          </p:spPr>
          <p:txBody>
            <a:bodyPr/>
            <a:lstStyle/>
            <a:p>
              <a:endParaRPr lang="ko-KR" altLang="en-US"/>
            </a:p>
          </p:txBody>
        </p:sp>
        <p:sp>
          <p:nvSpPr>
            <p:cNvPr id="28" name="TextBox 28"/>
            <p:cNvSpPr txBox="1"/>
            <p:nvPr/>
          </p:nvSpPr>
          <p:spPr>
            <a:xfrm>
              <a:off x="0" y="-47625"/>
              <a:ext cx="918857" cy="251241"/>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29" name="TextBox 29"/>
          <p:cNvSpPr txBox="1"/>
          <p:nvPr/>
        </p:nvSpPr>
        <p:spPr>
          <a:xfrm>
            <a:off x="2924682" y="5312699"/>
            <a:ext cx="3346601" cy="397379"/>
          </a:xfrm>
          <a:prstGeom prst="rect">
            <a:avLst/>
          </a:prstGeom>
        </p:spPr>
        <p:txBody>
          <a:bodyPr lIns="0" tIns="0" rIns="0" bIns="0" rtlCol="0" anchor="t">
            <a:spAutoFit/>
          </a:bodyPr>
          <a:lstStyle/>
          <a:p>
            <a:r>
              <a:t>Verse 1: The Problem</a:t>
            </a:r>
          </a:p>
        </p:txBody>
      </p:sp>
      <p:sp>
        <p:nvSpPr>
          <p:cNvPr id="30" name="TextBox 30"/>
          <p:cNvSpPr txBox="1"/>
          <p:nvPr/>
        </p:nvSpPr>
        <p:spPr>
          <a:xfrm>
            <a:off x="7757355" y="5312699"/>
            <a:ext cx="3346601" cy="397379"/>
          </a:xfrm>
          <a:prstGeom prst="rect">
            <a:avLst/>
          </a:prstGeom>
        </p:spPr>
        <p:txBody>
          <a:bodyPr lIns="0" tIns="0" rIns="0" bIns="0" rtlCol="0" anchor="t">
            <a:spAutoFit/>
          </a:bodyPr>
          <a:lstStyle/>
          <a:p>
            <a:r>
              <a:t>Verse 2: The Change</a:t>
            </a:r>
          </a:p>
        </p:txBody>
      </p:sp>
      <p:sp>
        <p:nvSpPr>
          <p:cNvPr id="31" name="TextBox 31"/>
          <p:cNvSpPr txBox="1"/>
          <p:nvPr/>
        </p:nvSpPr>
        <p:spPr>
          <a:xfrm>
            <a:off x="12590028" y="5312699"/>
            <a:ext cx="3346601" cy="397379"/>
          </a:xfrm>
          <a:prstGeom prst="rect">
            <a:avLst/>
          </a:prstGeom>
        </p:spPr>
        <p:txBody>
          <a:bodyPr lIns="0" tIns="0" rIns="0" bIns="0" rtlCol="0" anchor="t">
            <a:spAutoFit/>
          </a:bodyPr>
          <a:lstStyle/>
          <a:p>
            <a:r>
              <a:t>Bridge &amp; Chorus: The Message</a:t>
            </a:r>
          </a:p>
        </p:txBody>
      </p:sp>
      <p:sp>
        <p:nvSpPr>
          <p:cNvPr id="32" name="AutoShape 32"/>
          <p:cNvSpPr/>
          <p:nvPr/>
        </p:nvSpPr>
        <p:spPr>
          <a:xfrm>
            <a:off x="2653094" y="5409854"/>
            <a:ext cx="0" cy="383667"/>
          </a:xfrm>
          <a:prstGeom prst="line">
            <a:avLst/>
          </a:prstGeom>
          <a:ln w="47625" cap="flat">
            <a:solidFill>
              <a:srgbClr val="FFDF60"/>
            </a:solidFill>
            <a:prstDash val="solid"/>
            <a:headEnd type="none" w="sm" len="sm"/>
            <a:tailEnd type="none" w="sm" len="sm"/>
          </a:ln>
        </p:spPr>
        <p:txBody>
          <a:bodyPr/>
          <a:lstStyle/>
          <a:p>
            <a:endParaRPr/>
          </a:p>
        </p:txBody>
      </p:sp>
      <p:sp>
        <p:nvSpPr>
          <p:cNvPr id="33" name="AutoShape 33"/>
          <p:cNvSpPr/>
          <p:nvPr/>
        </p:nvSpPr>
        <p:spPr>
          <a:xfrm>
            <a:off x="7485767" y="5409854"/>
            <a:ext cx="0" cy="383667"/>
          </a:xfrm>
          <a:prstGeom prst="line">
            <a:avLst/>
          </a:prstGeom>
          <a:ln w="47625" cap="flat">
            <a:solidFill>
              <a:srgbClr val="FFDF60"/>
            </a:solidFill>
            <a:prstDash val="solid"/>
            <a:headEnd type="none" w="sm" len="sm"/>
            <a:tailEnd type="none" w="sm" len="sm"/>
          </a:ln>
        </p:spPr>
        <p:txBody>
          <a:bodyPr/>
          <a:lstStyle/>
          <a:p>
            <a:endParaRPr/>
          </a:p>
        </p:txBody>
      </p:sp>
      <p:sp>
        <p:nvSpPr>
          <p:cNvPr id="34" name="AutoShape 34"/>
          <p:cNvSpPr/>
          <p:nvPr/>
        </p:nvSpPr>
        <p:spPr>
          <a:xfrm>
            <a:off x="12318441" y="5409854"/>
            <a:ext cx="0" cy="383667"/>
          </a:xfrm>
          <a:prstGeom prst="line">
            <a:avLst/>
          </a:prstGeom>
          <a:ln w="47625" cap="flat">
            <a:solidFill>
              <a:srgbClr val="FFDF60"/>
            </a:solidFill>
            <a:prstDash val="solid"/>
            <a:headEnd type="none" w="sm" len="sm"/>
            <a:tailEnd type="none" w="sm" len="sm"/>
          </a:ln>
        </p:spPr>
        <p:txBody>
          <a:bodyPr/>
          <a:lstStyle/>
          <a:p>
            <a:endParaRPr/>
          </a:p>
        </p:txBody>
      </p:sp>
      <p:sp>
        <p:nvSpPr>
          <p:cNvPr id="35" name="TextBox 35"/>
          <p:cNvSpPr txBox="1"/>
          <p:nvPr/>
        </p:nvSpPr>
        <p:spPr>
          <a:xfrm>
            <a:off x="2018815" y="3491301"/>
            <a:ext cx="14250370" cy="397379"/>
          </a:xfrm>
          <a:prstGeom prst="rect">
            <a:avLst/>
          </a:prstGeom>
        </p:spPr>
        <p:txBody>
          <a:bodyPr lIns="0" tIns="0" rIns="0" bIns="0" rtlCol="0" anchor="t">
            <a:spAutoFit/>
          </a:bodyPr>
          <a:lstStyle/>
          <a:p>
            <a:r>
              <a:t>Our song tells a simple story: from a tired morning to an active, happy life.</a:t>
            </a:r>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8DE"/>
        </a:solidFill>
        <a:effectLst/>
      </p:bgPr>
    </p:bg>
    <p:spTree>
      <p:nvGrpSpPr>
        <p:cNvPr id="1" name=""/>
        <p:cNvGrpSpPr/>
        <p:nvPr/>
      </p:nvGrpSpPr>
      <p:grpSpPr>
        <a:xfrm>
          <a:off x="0" y="0"/>
          <a:ext cx="0" cy="0"/>
          <a:chOff x="0" y="0"/>
          <a:chExt cx="0" cy="0"/>
        </a:xfrm>
      </p:grpSpPr>
      <p:grpSp>
        <p:nvGrpSpPr>
          <p:cNvPr id="2" name="Group 2"/>
          <p:cNvGrpSpPr/>
          <p:nvPr/>
        </p:nvGrpSpPr>
        <p:grpSpPr>
          <a:xfrm>
            <a:off x="928307" y="1001327"/>
            <a:ext cx="16431386" cy="8284345"/>
            <a:chOff x="0" y="0"/>
            <a:chExt cx="4327608" cy="2181885"/>
          </a:xfrm>
        </p:grpSpPr>
        <p:sp>
          <p:nvSpPr>
            <p:cNvPr id="3" name="Freeform 3"/>
            <p:cNvSpPr/>
            <p:nvPr/>
          </p:nvSpPr>
          <p:spPr>
            <a:xfrm>
              <a:off x="0" y="0"/>
              <a:ext cx="4327608" cy="2181885"/>
            </a:xfrm>
            <a:custGeom>
              <a:avLst/>
              <a:gdLst/>
              <a:ahLst/>
              <a:cxnLst/>
              <a:rect l="l" t="t" r="r" b="b"/>
              <a:pathLst>
                <a:path w="4327608" h="2181885">
                  <a:moveTo>
                    <a:pt x="0" y="0"/>
                  </a:moveTo>
                  <a:lnTo>
                    <a:pt x="4327608" y="0"/>
                  </a:lnTo>
                  <a:lnTo>
                    <a:pt x="4327608" y="2181885"/>
                  </a:lnTo>
                  <a:lnTo>
                    <a:pt x="0" y="2181885"/>
                  </a:lnTo>
                  <a:close/>
                </a:path>
              </a:pathLst>
            </a:custGeom>
            <a:solidFill>
              <a:srgbClr val="FFFDF8"/>
            </a:solidFill>
            <a:ln w="19050" cap="sq">
              <a:solidFill>
                <a:srgbClr val="34332C"/>
              </a:solidFill>
              <a:prstDash val="solid"/>
              <a:miter/>
            </a:ln>
          </p:spPr>
          <p:txBody>
            <a:bodyPr/>
            <a:lstStyle/>
            <a:p>
              <a:endParaRPr lang="ko-KR" altLang="en-US"/>
            </a:p>
          </p:txBody>
        </p:sp>
        <p:sp>
          <p:nvSpPr>
            <p:cNvPr id="4" name="TextBox 4"/>
            <p:cNvSpPr txBox="1"/>
            <p:nvPr/>
          </p:nvSpPr>
          <p:spPr>
            <a:xfrm>
              <a:off x="0" y="-47625"/>
              <a:ext cx="4327608" cy="222951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Freeform 5"/>
          <p:cNvSpPr/>
          <p:nvPr/>
        </p:nvSpPr>
        <p:spPr>
          <a:xfrm>
            <a:off x="1606216" y="756509"/>
            <a:ext cx="1511496" cy="1636705"/>
          </a:xfrm>
          <a:custGeom>
            <a:avLst/>
            <a:gdLst/>
            <a:ahLst/>
            <a:cxnLst/>
            <a:rect l="l" t="t" r="r" b="b"/>
            <a:pathLst>
              <a:path w="1511496" h="1636705">
                <a:moveTo>
                  <a:pt x="0" y="0"/>
                </a:moveTo>
                <a:lnTo>
                  <a:pt x="1511496" y="0"/>
                </a:lnTo>
                <a:lnTo>
                  <a:pt x="1511496" y="1636705"/>
                </a:lnTo>
                <a:lnTo>
                  <a:pt x="0" y="1636705"/>
                </a:lnTo>
                <a:lnTo>
                  <a:pt x="0" y="0"/>
                </a:lnTo>
                <a:close/>
              </a:path>
            </a:pathLst>
          </a:custGeom>
          <a:solidFill>
            <a:srgbClr val="FFDF60"/>
          </a:solidFill>
        </p:spPr>
        <p:txBody>
          <a:bodyPr/>
          <a:lstStyle/>
          <a:p>
            <a:endParaRPr/>
          </a:p>
        </p:txBody>
      </p:sp>
      <p:grpSp>
        <p:nvGrpSpPr>
          <p:cNvPr id="6" name="Group 6"/>
          <p:cNvGrpSpPr/>
          <p:nvPr/>
        </p:nvGrpSpPr>
        <p:grpSpPr>
          <a:xfrm>
            <a:off x="7249442" y="3635342"/>
            <a:ext cx="8712529" cy="4962768"/>
            <a:chOff x="0" y="0"/>
            <a:chExt cx="2042281" cy="1163310"/>
          </a:xfrm>
        </p:grpSpPr>
        <p:sp>
          <p:nvSpPr>
            <p:cNvPr id="7" name="Freeform 7"/>
            <p:cNvSpPr/>
            <p:nvPr/>
          </p:nvSpPr>
          <p:spPr>
            <a:xfrm>
              <a:off x="0" y="0"/>
              <a:ext cx="2042281" cy="1163310"/>
            </a:xfrm>
            <a:custGeom>
              <a:avLst/>
              <a:gdLst/>
              <a:ahLst/>
              <a:cxnLst/>
              <a:rect l="l" t="t" r="r" b="b"/>
              <a:pathLst>
                <a:path w="2042281" h="1163310">
                  <a:moveTo>
                    <a:pt x="0" y="0"/>
                  </a:moveTo>
                  <a:lnTo>
                    <a:pt x="2042281" y="0"/>
                  </a:lnTo>
                  <a:lnTo>
                    <a:pt x="2042281" y="1163310"/>
                  </a:lnTo>
                  <a:lnTo>
                    <a:pt x="0" y="1163310"/>
                  </a:lnTo>
                  <a:close/>
                </a:path>
              </a:pathLst>
            </a:custGeom>
            <a:solidFill>
              <a:srgbClr val="FFFDF8"/>
            </a:solidFill>
            <a:ln w="19050" cap="sq">
              <a:solidFill>
                <a:srgbClr val="34332C"/>
              </a:solidFill>
              <a:prstDash val="solid"/>
              <a:miter/>
            </a:ln>
          </p:spPr>
          <p:txBody>
            <a:bodyPr/>
            <a:lstStyle/>
            <a:p>
              <a:endParaRPr lang="ko-KR" altLang="en-US"/>
            </a:p>
          </p:txBody>
        </p:sp>
        <p:sp>
          <p:nvSpPr>
            <p:cNvPr id="8" name="TextBox 8"/>
            <p:cNvSpPr txBox="1"/>
            <p:nvPr/>
          </p:nvSpPr>
          <p:spPr>
            <a:xfrm>
              <a:off x="0" y="-76200"/>
              <a:ext cx="2042281" cy="1239510"/>
            </a:xfrm>
            <a:prstGeom prst="rect">
              <a:avLst/>
            </a:prstGeom>
          </p:spPr>
          <p:txBody>
            <a:bodyPr lIns="50800" tIns="50800" rIns="50800" bIns="50800" rtlCol="0" anchor="ctr"/>
            <a:lstStyle/>
            <a:p>
              <a:pPr marL="0" lvl="0" indent="0" algn="just">
                <a:lnSpc>
                  <a:spcPts val="3213"/>
                </a:lnSpc>
                <a:spcBef>
                  <a:spcPct val="0"/>
                </a:spcBef>
              </a:pPr>
              <a:endParaRPr/>
            </a:p>
          </p:txBody>
        </p:sp>
      </p:grpSp>
      <p:grpSp>
        <p:nvGrpSpPr>
          <p:cNvPr id="9" name="Group 9"/>
          <p:cNvGrpSpPr/>
          <p:nvPr/>
        </p:nvGrpSpPr>
        <p:grpSpPr>
          <a:xfrm>
            <a:off x="2326029" y="3635342"/>
            <a:ext cx="4744706" cy="4962768"/>
            <a:chOff x="0" y="0"/>
            <a:chExt cx="735079" cy="768863"/>
          </a:xfrm>
        </p:grpSpPr>
        <p:sp>
          <p:nvSpPr>
            <p:cNvPr id="10" name="Freeform 10"/>
            <p:cNvSpPr/>
            <p:nvPr/>
          </p:nvSpPr>
          <p:spPr>
            <a:xfrm>
              <a:off x="0" y="0"/>
              <a:ext cx="735079" cy="768863"/>
            </a:xfrm>
            <a:custGeom>
              <a:avLst/>
              <a:gdLst/>
              <a:ahLst/>
              <a:cxnLst/>
              <a:rect l="l" t="t" r="r" b="b"/>
              <a:pathLst>
                <a:path w="735079" h="768863">
                  <a:moveTo>
                    <a:pt x="0" y="0"/>
                  </a:moveTo>
                  <a:lnTo>
                    <a:pt x="735079" y="0"/>
                  </a:lnTo>
                  <a:lnTo>
                    <a:pt x="735079" y="768863"/>
                  </a:lnTo>
                  <a:lnTo>
                    <a:pt x="0" y="768863"/>
                  </a:lnTo>
                  <a:close/>
                </a:path>
              </a:pathLst>
            </a:custGeom>
            <a:solidFill>
              <a:srgbClr val="FFFDF8"/>
            </a:solidFill>
            <a:ln w="19050">
              <a:solidFill>
                <a:srgbClr val="34332C"/>
              </a:solidFill>
            </a:ln>
          </p:spPr>
          <p:txBody>
            <a:bodyPr/>
            <a:lstStyle/>
            <a:p>
              <a:endParaRPr lang="ko-KR" altLang="en-US"/>
            </a:p>
          </p:txBody>
        </p:sp>
      </p:grpSp>
      <p:sp>
        <p:nvSpPr>
          <p:cNvPr id="11" name="TextBox 11"/>
          <p:cNvSpPr txBox="1"/>
          <p:nvPr/>
        </p:nvSpPr>
        <p:spPr>
          <a:xfrm>
            <a:off x="5686082" y="1763167"/>
            <a:ext cx="6915837" cy="553998"/>
          </a:xfrm>
          <a:prstGeom prst="rect">
            <a:avLst/>
          </a:prstGeom>
        </p:spPr>
        <p:txBody>
          <a:bodyPr lIns="0" tIns="0" rIns="0" bIns="0" rtlCol="0" anchor="t">
            <a:spAutoFit/>
          </a:bodyPr>
          <a:lstStyle/>
          <a:p>
            <a:r>
              <a:rPr sz="3600" dirty="0"/>
              <a:t>In Conclusion: Our Song's Message</a:t>
            </a:r>
          </a:p>
        </p:txBody>
      </p:sp>
      <p:sp>
        <p:nvSpPr>
          <p:cNvPr id="12" name="TextBox 12"/>
          <p:cNvSpPr txBox="1"/>
          <p:nvPr/>
        </p:nvSpPr>
        <p:spPr>
          <a:xfrm>
            <a:off x="12534316" y="1515310"/>
            <a:ext cx="4039366" cy="388301"/>
          </a:xfrm>
          <a:prstGeom prst="rect">
            <a:avLst/>
          </a:prstGeom>
        </p:spPr>
        <p:txBody>
          <a:bodyPr lIns="0" tIns="0" rIns="0" bIns="0" rtlCol="0" anchor="t">
            <a:spAutoFit/>
          </a:bodyPr>
          <a:lstStyle/>
          <a:p>
            <a:r>
              <a:t>Lee Insung and Friends</a:t>
            </a:r>
          </a:p>
        </p:txBody>
      </p:sp>
      <p:sp>
        <p:nvSpPr>
          <p:cNvPr id="13" name="TextBox 13"/>
          <p:cNvSpPr txBox="1"/>
          <p:nvPr/>
        </p:nvSpPr>
        <p:spPr>
          <a:xfrm>
            <a:off x="7863156" y="5350779"/>
            <a:ext cx="7485100" cy="2585323"/>
          </a:xfrm>
          <a:prstGeom prst="rect">
            <a:avLst/>
          </a:prstGeom>
        </p:spPr>
        <p:txBody>
          <a:bodyPr lIns="0" tIns="0" rIns="0" bIns="0" rtlCol="0" anchor="t">
            <a:spAutoFit/>
          </a:bodyPr>
          <a:lstStyle/>
          <a:p>
            <a:r>
              <a:rPr dirty="0"/>
              <a:t>"</a:t>
            </a:r>
            <a:r>
              <a:rPr sz="2800" dirty="0"/>
              <a:t>Move today for a better tomorrow."</a:t>
            </a:r>
          </a:p>
          <a:p>
            <a:r>
              <a:rPr sz="2800" dirty="0"/>
              <a:t>This is the main message of our song. It starts with a warning, but it ends with hope: small steps today can change tomorrow.</a:t>
            </a:r>
          </a:p>
          <a:p>
            <a:r>
              <a:rPr sz="2800" dirty="0"/>
              <a:t>Listen to our song, and start moving, one step at a time!</a:t>
            </a:r>
          </a:p>
        </p:txBody>
      </p:sp>
      <p:grpSp>
        <p:nvGrpSpPr>
          <p:cNvPr id="14" name="Group 14"/>
          <p:cNvGrpSpPr/>
          <p:nvPr/>
        </p:nvGrpSpPr>
        <p:grpSpPr>
          <a:xfrm>
            <a:off x="7863156" y="4123090"/>
            <a:ext cx="7485100" cy="868643"/>
            <a:chOff x="0" y="0"/>
            <a:chExt cx="1754563" cy="203616"/>
          </a:xfrm>
        </p:grpSpPr>
        <p:sp>
          <p:nvSpPr>
            <p:cNvPr id="15" name="Freeform 15"/>
            <p:cNvSpPr/>
            <p:nvPr/>
          </p:nvSpPr>
          <p:spPr>
            <a:xfrm>
              <a:off x="0" y="0"/>
              <a:ext cx="1754563" cy="203616"/>
            </a:xfrm>
            <a:custGeom>
              <a:avLst/>
              <a:gdLst/>
              <a:ahLst/>
              <a:cxnLst/>
              <a:rect l="l" t="t" r="r" b="b"/>
              <a:pathLst>
                <a:path w="1754563" h="203616">
                  <a:moveTo>
                    <a:pt x="0" y="0"/>
                  </a:moveTo>
                  <a:lnTo>
                    <a:pt x="1754563" y="0"/>
                  </a:lnTo>
                  <a:lnTo>
                    <a:pt x="1754563" y="203616"/>
                  </a:lnTo>
                  <a:lnTo>
                    <a:pt x="0" y="203616"/>
                  </a:lnTo>
                  <a:close/>
                </a:path>
              </a:pathLst>
            </a:custGeom>
            <a:solidFill>
              <a:srgbClr val="FFFDF8"/>
            </a:solidFill>
            <a:ln w="19050" cap="sq">
              <a:solidFill>
                <a:srgbClr val="34332C"/>
              </a:solidFill>
              <a:prstDash val="solid"/>
              <a:miter/>
            </a:ln>
          </p:spPr>
          <p:txBody>
            <a:bodyPr/>
            <a:lstStyle/>
            <a:p>
              <a:endParaRPr lang="ko-KR" altLang="en-US"/>
            </a:p>
          </p:txBody>
        </p:sp>
        <p:sp>
          <p:nvSpPr>
            <p:cNvPr id="16" name="TextBox 16"/>
            <p:cNvSpPr txBox="1"/>
            <p:nvPr/>
          </p:nvSpPr>
          <p:spPr>
            <a:xfrm>
              <a:off x="0" y="-47625"/>
              <a:ext cx="1754563" cy="251241"/>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7" name="TextBox 17"/>
          <p:cNvSpPr txBox="1"/>
          <p:nvPr/>
        </p:nvSpPr>
        <p:spPr>
          <a:xfrm>
            <a:off x="8436468" y="4249373"/>
            <a:ext cx="6911789" cy="369332"/>
          </a:xfrm>
          <a:prstGeom prst="rect">
            <a:avLst/>
          </a:prstGeom>
        </p:spPr>
        <p:txBody>
          <a:bodyPr lIns="0" tIns="0" rIns="0" bIns="0" rtlCol="0" anchor="t">
            <a:spAutoFit/>
          </a:bodyPr>
          <a:lstStyle/>
          <a:p>
            <a:r>
              <a:rPr sz="2400" dirty="0"/>
              <a:t>Our song's message: a small step today can make a big difference tomorrow.</a:t>
            </a:r>
          </a:p>
        </p:txBody>
      </p:sp>
      <p:sp>
        <p:nvSpPr>
          <p:cNvPr id="18" name="AutoShape 18"/>
          <p:cNvSpPr/>
          <p:nvPr/>
        </p:nvSpPr>
        <p:spPr>
          <a:xfrm>
            <a:off x="8164880" y="4365578"/>
            <a:ext cx="0" cy="383667"/>
          </a:xfrm>
          <a:prstGeom prst="line">
            <a:avLst/>
          </a:prstGeom>
          <a:ln w="47625" cap="flat">
            <a:solidFill>
              <a:srgbClr val="FFDF60"/>
            </a:solidFill>
            <a:prstDash val="solid"/>
            <a:headEnd type="none" w="sm" len="sm"/>
            <a:tailEnd type="none" w="sm" len="sm"/>
          </a:ln>
        </p:spPr>
        <p:txBody>
          <a:bodyPr/>
          <a:lstStyle/>
          <a:p>
            <a:endParaRPr/>
          </a:p>
        </p:txBody>
      </p:sp>
      <p:sp>
        <p:nvSpPr>
          <p:cNvPr id="19" name="TextBox 18"/>
          <p:cNvSpPr txBox="1"/>
          <p:nvPr/>
        </p:nvSpPr>
        <p:spPr>
          <a:xfrm>
            <a:off x="2326029" y="5016726"/>
            <a:ext cx="4744706" cy="1400000"/>
          </a:xfrm>
          <a:prstGeom prst="rect">
            <a:avLst/>
          </a:prstGeom>
          <a:noFill/>
        </p:spPr>
        <p:txBody>
          <a:bodyPr wrap="none">
            <a:spAutoFit/>
          </a:bodyPr>
          <a:lstStyle/>
          <a:p>
            <a:pPr algn="ctr"/>
            <a:r>
              <a:rPr sz="9600"/>
              <a:t>🏃</a:t>
            </a:r>
          </a:p>
        </p:txBody>
      </p:sp>
      <p:sp>
        <p:nvSpPr>
          <p:cNvPr id="20" name="TextBox 19"/>
          <p:cNvSpPr txBox="1"/>
          <p:nvPr/>
        </p:nvSpPr>
        <p:spPr>
          <a:xfrm>
            <a:off x="2626029" y="6466726"/>
            <a:ext cx="4144706" cy="900000"/>
          </a:xfrm>
          <a:prstGeom prst="rect">
            <a:avLst/>
          </a:prstGeom>
          <a:noFill/>
        </p:spPr>
        <p:txBody>
          <a:bodyPr wrap="square">
            <a:spAutoFit/>
          </a:bodyPr>
          <a:lstStyle/>
          <a:p>
            <a:pPr algn="ctr"/>
            <a:r>
              <a:rPr sz="2000" b="1">
                <a:solidFill>
                  <a:srgbClr val="34332C"/>
                </a:solidFill>
              </a:rPr>
              <a:t>"Move today for
a better tomorrow."</a:t>
            </a:r>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8DE"/>
        </a:solidFill>
        <a:effectLst/>
      </p:bgPr>
    </p:bg>
    <p:spTree>
      <p:nvGrpSpPr>
        <p:cNvPr id="1" name=""/>
        <p:cNvGrpSpPr/>
        <p:nvPr/>
      </p:nvGrpSpPr>
      <p:grpSpPr>
        <a:xfrm>
          <a:off x="0" y="0"/>
          <a:ext cx="0" cy="0"/>
          <a:chOff x="0" y="0"/>
          <a:chExt cx="0" cy="0"/>
        </a:xfrm>
      </p:grpSpPr>
      <p:grpSp>
        <p:nvGrpSpPr>
          <p:cNvPr id="2" name="Group 2"/>
          <p:cNvGrpSpPr/>
          <p:nvPr/>
        </p:nvGrpSpPr>
        <p:grpSpPr>
          <a:xfrm>
            <a:off x="928307" y="1001327"/>
            <a:ext cx="16431386" cy="8284345"/>
            <a:chOff x="0" y="0"/>
            <a:chExt cx="4327608" cy="2181885"/>
          </a:xfrm>
        </p:grpSpPr>
        <p:sp>
          <p:nvSpPr>
            <p:cNvPr id="3" name="Freeform 3"/>
            <p:cNvSpPr/>
            <p:nvPr/>
          </p:nvSpPr>
          <p:spPr>
            <a:xfrm>
              <a:off x="0" y="0"/>
              <a:ext cx="4327608" cy="2181885"/>
            </a:xfrm>
            <a:custGeom>
              <a:avLst/>
              <a:gdLst/>
              <a:ahLst/>
              <a:cxnLst/>
              <a:rect l="l" t="t" r="r" b="b"/>
              <a:pathLst>
                <a:path w="4327608" h="2181885">
                  <a:moveTo>
                    <a:pt x="0" y="0"/>
                  </a:moveTo>
                  <a:lnTo>
                    <a:pt x="4327608" y="0"/>
                  </a:lnTo>
                  <a:lnTo>
                    <a:pt x="4327608" y="2181885"/>
                  </a:lnTo>
                  <a:lnTo>
                    <a:pt x="0" y="2181885"/>
                  </a:lnTo>
                  <a:close/>
                </a:path>
              </a:pathLst>
            </a:custGeom>
            <a:solidFill>
              <a:srgbClr val="FFFDF8"/>
            </a:solidFill>
            <a:ln w="19050" cap="sq">
              <a:solidFill>
                <a:srgbClr val="34332C"/>
              </a:solidFill>
              <a:prstDash val="solid"/>
              <a:miter/>
            </a:ln>
          </p:spPr>
          <p:txBody>
            <a:bodyPr/>
            <a:lstStyle/>
            <a:p>
              <a:endParaRPr lang="ko-KR" altLang="en-US"/>
            </a:p>
          </p:txBody>
        </p:sp>
        <p:sp>
          <p:nvSpPr>
            <p:cNvPr id="4" name="TextBox 4"/>
            <p:cNvSpPr txBox="1"/>
            <p:nvPr/>
          </p:nvSpPr>
          <p:spPr>
            <a:xfrm>
              <a:off x="0" y="-47625"/>
              <a:ext cx="4327608" cy="222951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Freeform 5"/>
          <p:cNvSpPr/>
          <p:nvPr/>
        </p:nvSpPr>
        <p:spPr>
          <a:xfrm>
            <a:off x="1606216" y="756509"/>
            <a:ext cx="1511496" cy="1636705"/>
          </a:xfrm>
          <a:custGeom>
            <a:avLst/>
            <a:gdLst/>
            <a:ahLst/>
            <a:cxnLst/>
            <a:rect l="l" t="t" r="r" b="b"/>
            <a:pathLst>
              <a:path w="1511496" h="1636705">
                <a:moveTo>
                  <a:pt x="0" y="0"/>
                </a:moveTo>
                <a:lnTo>
                  <a:pt x="1511496" y="0"/>
                </a:lnTo>
                <a:lnTo>
                  <a:pt x="1511496" y="1636705"/>
                </a:lnTo>
                <a:lnTo>
                  <a:pt x="0" y="1636705"/>
                </a:lnTo>
                <a:lnTo>
                  <a:pt x="0" y="0"/>
                </a:lnTo>
                <a:close/>
              </a:path>
            </a:pathLst>
          </a:custGeom>
          <a:solidFill>
            <a:srgbClr val="FFDF60"/>
          </a:solidFill>
        </p:spPr>
        <p:txBody>
          <a:bodyPr/>
          <a:lstStyle/>
          <a:p>
            <a:endParaRPr/>
          </a:p>
        </p:txBody>
      </p:sp>
      <p:grpSp>
        <p:nvGrpSpPr>
          <p:cNvPr id="6" name="Group 6"/>
          <p:cNvGrpSpPr/>
          <p:nvPr/>
        </p:nvGrpSpPr>
        <p:grpSpPr>
          <a:xfrm>
            <a:off x="2104549" y="3457979"/>
            <a:ext cx="3347304" cy="4962768"/>
            <a:chOff x="0" y="0"/>
            <a:chExt cx="784633" cy="1163310"/>
          </a:xfrm>
        </p:grpSpPr>
        <p:sp>
          <p:nvSpPr>
            <p:cNvPr id="7" name="Freeform 7"/>
            <p:cNvSpPr/>
            <p:nvPr/>
          </p:nvSpPr>
          <p:spPr>
            <a:xfrm>
              <a:off x="0" y="0"/>
              <a:ext cx="784633" cy="1163310"/>
            </a:xfrm>
            <a:custGeom>
              <a:avLst/>
              <a:gdLst/>
              <a:ahLst/>
              <a:cxnLst/>
              <a:rect l="l" t="t" r="r" b="b"/>
              <a:pathLst>
                <a:path w="784633" h="1163310">
                  <a:moveTo>
                    <a:pt x="0" y="0"/>
                  </a:moveTo>
                  <a:lnTo>
                    <a:pt x="784633" y="0"/>
                  </a:lnTo>
                  <a:lnTo>
                    <a:pt x="784633" y="1163310"/>
                  </a:lnTo>
                  <a:lnTo>
                    <a:pt x="0" y="1163310"/>
                  </a:lnTo>
                  <a:close/>
                </a:path>
              </a:pathLst>
            </a:custGeom>
            <a:solidFill>
              <a:srgbClr val="FFFDF8"/>
            </a:solidFill>
            <a:ln w="19050" cap="sq">
              <a:solidFill>
                <a:srgbClr val="34332C"/>
              </a:solidFill>
              <a:prstDash val="solid"/>
              <a:miter/>
            </a:ln>
          </p:spPr>
          <p:txBody>
            <a:bodyPr/>
            <a:lstStyle/>
            <a:p>
              <a:endParaRPr lang="ko-KR" altLang="en-US"/>
            </a:p>
          </p:txBody>
        </p:sp>
        <p:sp>
          <p:nvSpPr>
            <p:cNvPr id="8" name="TextBox 8"/>
            <p:cNvSpPr txBox="1"/>
            <p:nvPr/>
          </p:nvSpPr>
          <p:spPr>
            <a:xfrm>
              <a:off x="0" y="-47625"/>
              <a:ext cx="784633" cy="1210935"/>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9" name="Group 9"/>
          <p:cNvGrpSpPr/>
          <p:nvPr/>
        </p:nvGrpSpPr>
        <p:grpSpPr>
          <a:xfrm>
            <a:off x="5686082" y="3457979"/>
            <a:ext cx="3347304" cy="4962768"/>
            <a:chOff x="0" y="0"/>
            <a:chExt cx="784633" cy="1163310"/>
          </a:xfrm>
        </p:grpSpPr>
        <p:sp>
          <p:nvSpPr>
            <p:cNvPr id="10" name="Freeform 10"/>
            <p:cNvSpPr/>
            <p:nvPr/>
          </p:nvSpPr>
          <p:spPr>
            <a:xfrm>
              <a:off x="0" y="0"/>
              <a:ext cx="784633" cy="1163310"/>
            </a:xfrm>
            <a:custGeom>
              <a:avLst/>
              <a:gdLst/>
              <a:ahLst/>
              <a:cxnLst/>
              <a:rect l="l" t="t" r="r" b="b"/>
              <a:pathLst>
                <a:path w="784633" h="1163310">
                  <a:moveTo>
                    <a:pt x="0" y="0"/>
                  </a:moveTo>
                  <a:lnTo>
                    <a:pt x="784633" y="0"/>
                  </a:lnTo>
                  <a:lnTo>
                    <a:pt x="784633" y="1163310"/>
                  </a:lnTo>
                  <a:lnTo>
                    <a:pt x="0" y="1163310"/>
                  </a:lnTo>
                  <a:close/>
                </a:path>
              </a:pathLst>
            </a:custGeom>
            <a:solidFill>
              <a:srgbClr val="FFFDF8"/>
            </a:solidFill>
            <a:ln w="19050" cap="sq">
              <a:solidFill>
                <a:srgbClr val="34332C"/>
              </a:solidFill>
              <a:prstDash val="solid"/>
              <a:miter/>
            </a:ln>
          </p:spPr>
          <p:txBody>
            <a:bodyPr/>
            <a:lstStyle/>
            <a:p>
              <a:endParaRPr lang="ko-KR" altLang="en-US"/>
            </a:p>
          </p:txBody>
        </p:sp>
        <p:sp>
          <p:nvSpPr>
            <p:cNvPr id="11" name="TextBox 11"/>
            <p:cNvSpPr txBox="1"/>
            <p:nvPr/>
          </p:nvSpPr>
          <p:spPr>
            <a:xfrm>
              <a:off x="0" y="-47625"/>
              <a:ext cx="784633" cy="1210935"/>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12" name="Group 12"/>
          <p:cNvGrpSpPr/>
          <p:nvPr/>
        </p:nvGrpSpPr>
        <p:grpSpPr>
          <a:xfrm>
            <a:off x="9271510" y="3457979"/>
            <a:ext cx="3347304" cy="4962768"/>
            <a:chOff x="0" y="0"/>
            <a:chExt cx="784633" cy="1163310"/>
          </a:xfrm>
        </p:grpSpPr>
        <p:sp>
          <p:nvSpPr>
            <p:cNvPr id="13" name="Freeform 13"/>
            <p:cNvSpPr/>
            <p:nvPr/>
          </p:nvSpPr>
          <p:spPr>
            <a:xfrm>
              <a:off x="0" y="0"/>
              <a:ext cx="784633" cy="1163310"/>
            </a:xfrm>
            <a:custGeom>
              <a:avLst/>
              <a:gdLst/>
              <a:ahLst/>
              <a:cxnLst/>
              <a:rect l="l" t="t" r="r" b="b"/>
              <a:pathLst>
                <a:path w="784633" h="1163310">
                  <a:moveTo>
                    <a:pt x="0" y="0"/>
                  </a:moveTo>
                  <a:lnTo>
                    <a:pt x="784633" y="0"/>
                  </a:lnTo>
                  <a:lnTo>
                    <a:pt x="784633" y="1163310"/>
                  </a:lnTo>
                  <a:lnTo>
                    <a:pt x="0" y="1163310"/>
                  </a:lnTo>
                  <a:close/>
                </a:path>
              </a:pathLst>
            </a:custGeom>
            <a:solidFill>
              <a:srgbClr val="FFFDF8"/>
            </a:solidFill>
            <a:ln w="19050" cap="sq">
              <a:solidFill>
                <a:srgbClr val="34332C"/>
              </a:solidFill>
              <a:prstDash val="solid"/>
              <a:miter/>
            </a:ln>
          </p:spPr>
          <p:txBody>
            <a:bodyPr/>
            <a:lstStyle/>
            <a:p>
              <a:endParaRPr lang="ko-KR" altLang="en-US"/>
            </a:p>
          </p:txBody>
        </p:sp>
        <p:sp>
          <p:nvSpPr>
            <p:cNvPr id="14" name="TextBox 14"/>
            <p:cNvSpPr txBox="1"/>
            <p:nvPr/>
          </p:nvSpPr>
          <p:spPr>
            <a:xfrm>
              <a:off x="0" y="-47625"/>
              <a:ext cx="784633" cy="1210935"/>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15" name="Group 15"/>
          <p:cNvGrpSpPr/>
          <p:nvPr/>
        </p:nvGrpSpPr>
        <p:grpSpPr>
          <a:xfrm>
            <a:off x="12856939" y="3457979"/>
            <a:ext cx="3347304" cy="4962768"/>
            <a:chOff x="0" y="0"/>
            <a:chExt cx="784633" cy="1163310"/>
          </a:xfrm>
        </p:grpSpPr>
        <p:sp>
          <p:nvSpPr>
            <p:cNvPr id="16" name="Freeform 16"/>
            <p:cNvSpPr/>
            <p:nvPr/>
          </p:nvSpPr>
          <p:spPr>
            <a:xfrm>
              <a:off x="0" y="0"/>
              <a:ext cx="784633" cy="1163310"/>
            </a:xfrm>
            <a:custGeom>
              <a:avLst/>
              <a:gdLst/>
              <a:ahLst/>
              <a:cxnLst/>
              <a:rect l="l" t="t" r="r" b="b"/>
              <a:pathLst>
                <a:path w="784633" h="1163310">
                  <a:moveTo>
                    <a:pt x="0" y="0"/>
                  </a:moveTo>
                  <a:lnTo>
                    <a:pt x="784633" y="0"/>
                  </a:lnTo>
                  <a:lnTo>
                    <a:pt x="784633" y="1163310"/>
                  </a:lnTo>
                  <a:lnTo>
                    <a:pt x="0" y="1163310"/>
                  </a:lnTo>
                  <a:close/>
                </a:path>
              </a:pathLst>
            </a:custGeom>
            <a:solidFill>
              <a:srgbClr val="FFFDF8"/>
            </a:solidFill>
            <a:ln w="19050" cap="sq">
              <a:solidFill>
                <a:srgbClr val="34332C"/>
              </a:solidFill>
              <a:prstDash val="solid"/>
              <a:miter/>
            </a:ln>
          </p:spPr>
          <p:txBody>
            <a:bodyPr/>
            <a:lstStyle/>
            <a:p>
              <a:endParaRPr lang="ko-KR" altLang="en-US"/>
            </a:p>
          </p:txBody>
        </p:sp>
        <p:sp>
          <p:nvSpPr>
            <p:cNvPr id="17" name="TextBox 17"/>
            <p:cNvSpPr txBox="1"/>
            <p:nvPr/>
          </p:nvSpPr>
          <p:spPr>
            <a:xfrm>
              <a:off x="0" y="-47625"/>
              <a:ext cx="784633" cy="1210935"/>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26" name="AutoShape 26"/>
          <p:cNvSpPr/>
          <p:nvPr/>
        </p:nvSpPr>
        <p:spPr>
          <a:xfrm>
            <a:off x="3607853" y="6238533"/>
            <a:ext cx="0" cy="383667"/>
          </a:xfrm>
          <a:prstGeom prst="line">
            <a:avLst/>
          </a:prstGeom>
          <a:ln w="47625" cap="flat">
            <a:solidFill>
              <a:srgbClr val="FFDF60"/>
            </a:solidFill>
            <a:prstDash val="solid"/>
            <a:headEnd type="none" w="sm" len="sm"/>
            <a:tailEnd type="none" w="sm" len="sm"/>
          </a:ln>
        </p:spPr>
        <p:txBody>
          <a:bodyPr/>
          <a:lstStyle/>
          <a:p>
            <a:endParaRPr/>
          </a:p>
        </p:txBody>
      </p:sp>
      <p:sp>
        <p:nvSpPr>
          <p:cNvPr id="27" name="AutoShape 27"/>
          <p:cNvSpPr/>
          <p:nvPr/>
        </p:nvSpPr>
        <p:spPr>
          <a:xfrm>
            <a:off x="7189385" y="6238533"/>
            <a:ext cx="0" cy="383667"/>
          </a:xfrm>
          <a:prstGeom prst="line">
            <a:avLst/>
          </a:prstGeom>
          <a:ln w="47625" cap="flat">
            <a:solidFill>
              <a:srgbClr val="FFDF60"/>
            </a:solidFill>
            <a:prstDash val="solid"/>
            <a:headEnd type="none" w="sm" len="sm"/>
            <a:tailEnd type="none" w="sm" len="sm"/>
          </a:ln>
        </p:spPr>
        <p:txBody>
          <a:bodyPr/>
          <a:lstStyle/>
          <a:p>
            <a:endParaRPr/>
          </a:p>
        </p:txBody>
      </p:sp>
      <p:sp>
        <p:nvSpPr>
          <p:cNvPr id="28" name="AutoShape 28"/>
          <p:cNvSpPr/>
          <p:nvPr/>
        </p:nvSpPr>
        <p:spPr>
          <a:xfrm>
            <a:off x="10774814" y="6238533"/>
            <a:ext cx="0" cy="383667"/>
          </a:xfrm>
          <a:prstGeom prst="line">
            <a:avLst/>
          </a:prstGeom>
          <a:ln w="47625" cap="flat">
            <a:solidFill>
              <a:srgbClr val="FFDF60"/>
            </a:solidFill>
            <a:prstDash val="solid"/>
            <a:headEnd type="none" w="sm" len="sm"/>
            <a:tailEnd type="none" w="sm" len="sm"/>
          </a:ln>
        </p:spPr>
        <p:txBody>
          <a:bodyPr/>
          <a:lstStyle/>
          <a:p>
            <a:endParaRPr/>
          </a:p>
        </p:txBody>
      </p:sp>
      <p:sp>
        <p:nvSpPr>
          <p:cNvPr id="29" name="AutoShape 29"/>
          <p:cNvSpPr/>
          <p:nvPr/>
        </p:nvSpPr>
        <p:spPr>
          <a:xfrm>
            <a:off x="14360242" y="6238533"/>
            <a:ext cx="0" cy="383667"/>
          </a:xfrm>
          <a:prstGeom prst="line">
            <a:avLst/>
          </a:prstGeom>
          <a:ln w="47625" cap="flat">
            <a:solidFill>
              <a:srgbClr val="FFDF60"/>
            </a:solidFill>
            <a:prstDash val="solid"/>
            <a:headEnd type="none" w="sm" len="sm"/>
            <a:tailEnd type="none" w="sm" len="sm"/>
          </a:ln>
        </p:spPr>
        <p:txBody>
          <a:bodyPr/>
          <a:lstStyle/>
          <a:p>
            <a:endParaRPr/>
          </a:p>
        </p:txBody>
      </p:sp>
      <p:sp>
        <p:nvSpPr>
          <p:cNvPr id="30" name="TextBox 30"/>
          <p:cNvSpPr txBox="1"/>
          <p:nvPr/>
        </p:nvSpPr>
        <p:spPr>
          <a:xfrm>
            <a:off x="5686082" y="1753642"/>
            <a:ext cx="6915837" cy="492443"/>
          </a:xfrm>
          <a:prstGeom prst="rect">
            <a:avLst/>
          </a:prstGeom>
        </p:spPr>
        <p:txBody>
          <a:bodyPr lIns="0" tIns="0" rIns="0" bIns="0" rtlCol="0" anchor="t">
            <a:spAutoFit/>
          </a:bodyPr>
          <a:lstStyle/>
          <a:p>
            <a:r>
              <a:rPr sz="3200" dirty="0"/>
              <a:t>Team Members</a:t>
            </a:r>
          </a:p>
        </p:txBody>
      </p:sp>
      <p:sp>
        <p:nvSpPr>
          <p:cNvPr id="31" name="TextBox 31"/>
          <p:cNvSpPr txBox="1"/>
          <p:nvPr/>
        </p:nvSpPr>
        <p:spPr>
          <a:xfrm>
            <a:off x="12534316" y="1534360"/>
            <a:ext cx="4039366" cy="362950"/>
          </a:xfrm>
          <a:prstGeom prst="rect">
            <a:avLst/>
          </a:prstGeom>
        </p:spPr>
        <p:txBody>
          <a:bodyPr lIns="0" tIns="0" rIns="0" bIns="0" rtlCol="0" anchor="t">
            <a:spAutoFit/>
          </a:bodyPr>
          <a:lstStyle/>
          <a:p>
            <a:r>
              <a:t>Lee Insung and Friends</a:t>
            </a:r>
          </a:p>
        </p:txBody>
      </p:sp>
      <p:sp>
        <p:nvSpPr>
          <p:cNvPr id="32" name="TextBox 32"/>
          <p:cNvSpPr txBox="1"/>
          <p:nvPr/>
        </p:nvSpPr>
        <p:spPr>
          <a:xfrm>
            <a:off x="2399274" y="6122328"/>
            <a:ext cx="1103051" cy="520910"/>
          </a:xfrm>
          <a:prstGeom prst="rect">
            <a:avLst/>
          </a:prstGeom>
        </p:spPr>
        <p:txBody>
          <a:bodyPr lIns="0" tIns="0" rIns="0" bIns="0" rtlCol="0" anchor="t">
            <a:spAutoFit/>
          </a:bodyPr>
          <a:lstStyle/>
          <a:p>
            <a:r>
              <a:t>Lee Minjae</a:t>
            </a:r>
          </a:p>
        </p:txBody>
      </p:sp>
      <p:sp>
        <p:nvSpPr>
          <p:cNvPr id="33" name="TextBox 33"/>
          <p:cNvSpPr txBox="1"/>
          <p:nvPr/>
        </p:nvSpPr>
        <p:spPr>
          <a:xfrm>
            <a:off x="5980807" y="6122328"/>
            <a:ext cx="1103051" cy="520910"/>
          </a:xfrm>
          <a:prstGeom prst="rect">
            <a:avLst/>
          </a:prstGeom>
        </p:spPr>
        <p:txBody>
          <a:bodyPr lIns="0" tIns="0" rIns="0" bIns="0" rtlCol="0" anchor="t">
            <a:spAutoFit/>
          </a:bodyPr>
          <a:lstStyle/>
          <a:p>
            <a:r>
              <a:t>Lee Yeongu</a:t>
            </a:r>
          </a:p>
        </p:txBody>
      </p:sp>
      <p:sp>
        <p:nvSpPr>
          <p:cNvPr id="34" name="TextBox 34"/>
          <p:cNvSpPr txBox="1"/>
          <p:nvPr/>
        </p:nvSpPr>
        <p:spPr>
          <a:xfrm>
            <a:off x="9566235" y="6122328"/>
            <a:ext cx="1103051" cy="520910"/>
          </a:xfrm>
          <a:prstGeom prst="rect">
            <a:avLst/>
          </a:prstGeom>
        </p:spPr>
        <p:txBody>
          <a:bodyPr lIns="0" tIns="0" rIns="0" bIns="0" rtlCol="0" anchor="t">
            <a:spAutoFit/>
          </a:bodyPr>
          <a:lstStyle/>
          <a:p>
            <a:r>
              <a:t>Lee Insung</a:t>
            </a:r>
          </a:p>
        </p:txBody>
      </p:sp>
      <p:sp>
        <p:nvSpPr>
          <p:cNvPr id="35" name="TextBox 35"/>
          <p:cNvSpPr txBox="1"/>
          <p:nvPr/>
        </p:nvSpPr>
        <p:spPr>
          <a:xfrm>
            <a:off x="13151664" y="6122328"/>
            <a:ext cx="1103051" cy="520910"/>
          </a:xfrm>
          <a:prstGeom prst="rect">
            <a:avLst/>
          </a:prstGeom>
        </p:spPr>
        <p:txBody>
          <a:bodyPr lIns="0" tIns="0" rIns="0" bIns="0" rtlCol="0" anchor="t">
            <a:spAutoFit/>
          </a:bodyPr>
          <a:lstStyle/>
          <a:p>
            <a:r>
              <a:t>Lee Hayul</a:t>
            </a:r>
          </a:p>
        </p:txBody>
      </p:sp>
      <p:sp>
        <p:nvSpPr>
          <p:cNvPr id="36" name="TextBox 36"/>
          <p:cNvSpPr txBox="1"/>
          <p:nvPr/>
        </p:nvSpPr>
        <p:spPr>
          <a:xfrm>
            <a:off x="7240162" y="6040339"/>
            <a:ext cx="1319056" cy="342444"/>
          </a:xfrm>
          <a:prstGeom prst="rect">
            <a:avLst/>
          </a:prstGeom>
        </p:spPr>
        <p:txBody>
          <a:bodyPr lIns="0" tIns="0" rIns="0" bIns="0" rtlCol="0" anchor="t">
            <a:spAutoFit/>
          </a:bodyPr>
          <a:lstStyle/>
          <a:p>
            <a:r>
              <a:rPr dirty="0"/>
              <a:t>PPT &amp; Design Lead</a:t>
            </a:r>
          </a:p>
        </p:txBody>
      </p:sp>
      <p:sp>
        <p:nvSpPr>
          <p:cNvPr id="37" name="TextBox 37"/>
          <p:cNvSpPr txBox="1"/>
          <p:nvPr/>
        </p:nvSpPr>
        <p:spPr>
          <a:xfrm>
            <a:off x="3848748" y="6211561"/>
            <a:ext cx="1319056" cy="342444"/>
          </a:xfrm>
          <a:prstGeom prst="rect">
            <a:avLst/>
          </a:prstGeom>
        </p:spPr>
        <p:txBody>
          <a:bodyPr lIns="0" tIns="0" rIns="0" bIns="0" rtlCol="0" anchor="t">
            <a:spAutoFit/>
          </a:bodyPr>
          <a:lstStyle/>
          <a:p>
            <a:r>
              <a:rPr dirty="0"/>
              <a:t>Script Writer</a:t>
            </a:r>
          </a:p>
        </p:txBody>
      </p:sp>
      <p:sp>
        <p:nvSpPr>
          <p:cNvPr id="38" name="TextBox 38"/>
          <p:cNvSpPr txBox="1"/>
          <p:nvPr/>
        </p:nvSpPr>
        <p:spPr>
          <a:xfrm>
            <a:off x="10958264" y="6243486"/>
            <a:ext cx="1319056" cy="342444"/>
          </a:xfrm>
          <a:prstGeom prst="rect">
            <a:avLst/>
          </a:prstGeom>
        </p:spPr>
        <p:txBody>
          <a:bodyPr lIns="0" tIns="0" rIns="0" bIns="0" rtlCol="0" anchor="t">
            <a:spAutoFit/>
          </a:bodyPr>
          <a:lstStyle/>
          <a:p>
            <a:r>
              <a:rPr dirty="0"/>
              <a:t>Presenter &amp; Design</a:t>
            </a:r>
          </a:p>
        </p:txBody>
      </p:sp>
      <p:sp>
        <p:nvSpPr>
          <p:cNvPr id="39" name="TextBox 39"/>
          <p:cNvSpPr txBox="1"/>
          <p:nvPr/>
        </p:nvSpPr>
        <p:spPr>
          <a:xfrm>
            <a:off x="14543692" y="6243486"/>
            <a:ext cx="1319056" cy="342444"/>
          </a:xfrm>
          <a:prstGeom prst="rect">
            <a:avLst/>
          </a:prstGeom>
        </p:spPr>
        <p:txBody>
          <a:bodyPr lIns="0" tIns="0" rIns="0" bIns="0" rtlCol="0" anchor="t">
            <a:spAutoFit/>
          </a:bodyPr>
          <a:lstStyle/>
          <a:p>
            <a:r>
              <a:t>Team Leader &amp; Composer</a:t>
            </a:r>
          </a:p>
        </p:txBody>
      </p:sp>
      <p:sp>
        <p:nvSpPr>
          <p:cNvPr id="40" name="TextBox 40"/>
          <p:cNvSpPr txBox="1"/>
          <p:nvPr/>
        </p:nvSpPr>
        <p:spPr>
          <a:xfrm>
            <a:off x="2399274" y="6938430"/>
            <a:ext cx="2711084" cy="1144000"/>
          </a:xfrm>
          <a:prstGeom prst="rect">
            <a:avLst/>
          </a:prstGeom>
        </p:spPr>
        <p:txBody>
          <a:bodyPr lIns="0" tIns="0" rIns="0" bIns="0" rtlCol="0" anchor="t">
            <a:spAutoFit/>
          </a:bodyPr>
          <a:lstStyle/>
          <a:p>
            <a:r>
              <a:t>Wrote the full presentation script.</a:t>
            </a:r>
          </a:p>
        </p:txBody>
      </p:sp>
      <p:sp>
        <p:nvSpPr>
          <p:cNvPr id="41" name="TextBox 41"/>
          <p:cNvSpPr txBox="1"/>
          <p:nvPr/>
        </p:nvSpPr>
        <p:spPr>
          <a:xfrm>
            <a:off x="5980807" y="6938430"/>
            <a:ext cx="2711084" cy="753475"/>
          </a:xfrm>
          <a:prstGeom prst="rect">
            <a:avLst/>
          </a:prstGeom>
        </p:spPr>
        <p:txBody>
          <a:bodyPr lIns="0" tIns="0" rIns="0" bIns="0" rtlCol="0" anchor="t">
            <a:spAutoFit/>
          </a:bodyPr>
          <a:lstStyle/>
          <a:p>
            <a:r>
              <a:t>Built the slides and led the visual design.</a:t>
            </a:r>
          </a:p>
        </p:txBody>
      </p:sp>
      <p:sp>
        <p:nvSpPr>
          <p:cNvPr id="42" name="TextBox 42"/>
          <p:cNvSpPr txBox="1"/>
          <p:nvPr/>
        </p:nvSpPr>
        <p:spPr>
          <a:xfrm>
            <a:off x="9566235" y="6938430"/>
            <a:ext cx="2711084" cy="753475"/>
          </a:xfrm>
          <a:prstGeom prst="rect">
            <a:avLst/>
          </a:prstGeom>
        </p:spPr>
        <p:txBody>
          <a:bodyPr lIns="0" tIns="0" rIns="0" bIns="0" rtlCol="0" anchor="t">
            <a:spAutoFit/>
          </a:bodyPr>
          <a:lstStyle/>
          <a:p>
            <a:r>
              <a:t>Delivered the presentation and supported the design.</a:t>
            </a:r>
          </a:p>
        </p:txBody>
      </p:sp>
      <p:sp>
        <p:nvSpPr>
          <p:cNvPr id="43" name="TextBox 43"/>
          <p:cNvSpPr txBox="1"/>
          <p:nvPr/>
        </p:nvSpPr>
        <p:spPr>
          <a:xfrm>
            <a:off x="13151664" y="6938430"/>
            <a:ext cx="2711084" cy="753475"/>
          </a:xfrm>
          <a:prstGeom prst="rect">
            <a:avLst/>
          </a:prstGeom>
        </p:spPr>
        <p:txBody>
          <a:bodyPr lIns="0" tIns="0" rIns="0" bIns="0" rtlCol="0" anchor="t">
            <a:spAutoFit/>
          </a:bodyPr>
          <a:lstStyle/>
          <a:p>
            <a:r>
              <a:t>Led the team and composed the song with Suno AI.</a:t>
            </a:r>
          </a:p>
        </p:txBody>
      </p:sp>
      <p:sp>
        <p:nvSpPr>
          <p:cNvPr id="44" name="Oval 43"/>
          <p:cNvSpPr/>
          <p:nvPr/>
        </p:nvSpPr>
        <p:spPr>
          <a:xfrm>
            <a:off x="2828201" y="3850000"/>
            <a:ext cx="1900000" cy="1900000"/>
          </a:xfrm>
          <a:prstGeom prst="ellipse">
            <a:avLst/>
          </a:prstGeom>
          <a:solidFill>
            <a:srgbClr val="FFDF60"/>
          </a:solidFill>
          <a:ln w="19050">
            <a:solidFill>
              <a:srgbClr val="34332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6000"/>
              <a:t>📝</a:t>
            </a:r>
          </a:p>
        </p:txBody>
      </p:sp>
      <p:sp>
        <p:nvSpPr>
          <p:cNvPr id="45" name="Oval 44"/>
          <p:cNvSpPr/>
          <p:nvPr/>
        </p:nvSpPr>
        <p:spPr>
          <a:xfrm>
            <a:off x="6409734" y="3850000"/>
            <a:ext cx="1900000" cy="1900000"/>
          </a:xfrm>
          <a:prstGeom prst="ellipse">
            <a:avLst/>
          </a:prstGeom>
          <a:solidFill>
            <a:srgbClr val="FFDF60"/>
          </a:solidFill>
          <a:ln w="19050">
            <a:solidFill>
              <a:srgbClr val="34332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6000"/>
              <a:t>🎨</a:t>
            </a:r>
          </a:p>
        </p:txBody>
      </p:sp>
      <p:sp>
        <p:nvSpPr>
          <p:cNvPr id="46" name="Oval 45"/>
          <p:cNvSpPr/>
          <p:nvPr/>
        </p:nvSpPr>
        <p:spPr>
          <a:xfrm>
            <a:off x="9995162" y="3850000"/>
            <a:ext cx="1900000" cy="1900000"/>
          </a:xfrm>
          <a:prstGeom prst="ellipse">
            <a:avLst/>
          </a:prstGeom>
          <a:solidFill>
            <a:srgbClr val="FFDF60"/>
          </a:solidFill>
          <a:ln w="19050">
            <a:solidFill>
              <a:srgbClr val="34332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6000"/>
              <a:t>🎤</a:t>
            </a:r>
          </a:p>
        </p:txBody>
      </p:sp>
      <p:sp>
        <p:nvSpPr>
          <p:cNvPr id="47" name="Oval 46"/>
          <p:cNvSpPr/>
          <p:nvPr/>
        </p:nvSpPr>
        <p:spPr>
          <a:xfrm>
            <a:off x="13580591" y="3850000"/>
            <a:ext cx="1900000" cy="1900000"/>
          </a:xfrm>
          <a:prstGeom prst="ellipse">
            <a:avLst/>
          </a:prstGeom>
          <a:solidFill>
            <a:srgbClr val="FFDF60"/>
          </a:solidFill>
          <a:ln w="19050">
            <a:solidFill>
              <a:srgbClr val="34332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6000"/>
              <a:t>🎵</a:t>
            </a:r>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8DE"/>
        </a:solidFill>
        <a:effectLst/>
      </p:bgPr>
    </p:bg>
    <p:spTree>
      <p:nvGrpSpPr>
        <p:cNvPr id="1" name=""/>
        <p:cNvGrpSpPr/>
        <p:nvPr/>
      </p:nvGrpSpPr>
      <p:grpSpPr>
        <a:xfrm>
          <a:off x="0" y="0"/>
          <a:ext cx="0" cy="0"/>
          <a:chOff x="0" y="0"/>
          <a:chExt cx="0" cy="0"/>
        </a:xfrm>
      </p:grpSpPr>
      <p:grpSp>
        <p:nvGrpSpPr>
          <p:cNvPr id="2" name="Group 2"/>
          <p:cNvGrpSpPr/>
          <p:nvPr/>
        </p:nvGrpSpPr>
        <p:grpSpPr>
          <a:xfrm>
            <a:off x="838199" y="639675"/>
            <a:ext cx="16495398" cy="8465171"/>
            <a:chOff x="-16859" y="-47625"/>
            <a:chExt cx="4344467" cy="2229510"/>
          </a:xfrm>
        </p:grpSpPr>
        <p:sp>
          <p:nvSpPr>
            <p:cNvPr id="3" name="Freeform 3"/>
            <p:cNvSpPr/>
            <p:nvPr/>
          </p:nvSpPr>
          <p:spPr>
            <a:xfrm>
              <a:off x="-16859" y="-23813"/>
              <a:ext cx="4327608" cy="2181885"/>
            </a:xfrm>
            <a:custGeom>
              <a:avLst/>
              <a:gdLst/>
              <a:ahLst/>
              <a:cxnLst/>
              <a:rect l="l" t="t" r="r" b="b"/>
              <a:pathLst>
                <a:path w="4327608" h="2181885">
                  <a:moveTo>
                    <a:pt x="0" y="0"/>
                  </a:moveTo>
                  <a:lnTo>
                    <a:pt x="4327608" y="0"/>
                  </a:lnTo>
                  <a:lnTo>
                    <a:pt x="4327608" y="2181885"/>
                  </a:lnTo>
                  <a:lnTo>
                    <a:pt x="0" y="2181885"/>
                  </a:lnTo>
                  <a:close/>
                </a:path>
              </a:pathLst>
            </a:custGeom>
            <a:solidFill>
              <a:srgbClr val="FFFDF8"/>
            </a:solidFill>
            <a:ln w="19050" cap="sq">
              <a:solidFill>
                <a:srgbClr val="34332C"/>
              </a:solidFill>
              <a:prstDash val="solid"/>
              <a:miter/>
            </a:ln>
          </p:spPr>
          <p:txBody>
            <a:bodyPr/>
            <a:lstStyle/>
            <a:p>
              <a:endParaRPr lang="ko-KR" altLang="en-US"/>
            </a:p>
          </p:txBody>
        </p:sp>
        <p:sp>
          <p:nvSpPr>
            <p:cNvPr id="4" name="TextBox 4"/>
            <p:cNvSpPr txBox="1"/>
            <p:nvPr/>
          </p:nvSpPr>
          <p:spPr>
            <a:xfrm>
              <a:off x="0" y="-47625"/>
              <a:ext cx="4327608" cy="222951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Freeform 5"/>
          <p:cNvSpPr/>
          <p:nvPr/>
        </p:nvSpPr>
        <p:spPr>
          <a:xfrm>
            <a:off x="1655615" y="-150915"/>
            <a:ext cx="1058478" cy="3346967"/>
          </a:xfrm>
          <a:custGeom>
            <a:avLst/>
            <a:gdLst/>
            <a:ahLst/>
            <a:cxnLst/>
            <a:rect l="l" t="t" r="r" b="b"/>
            <a:pathLst>
              <a:path w="1058478" h="3346967">
                <a:moveTo>
                  <a:pt x="0" y="0"/>
                </a:moveTo>
                <a:lnTo>
                  <a:pt x="1058478" y="0"/>
                </a:lnTo>
                <a:lnTo>
                  <a:pt x="1058478" y="3346967"/>
                </a:lnTo>
                <a:lnTo>
                  <a:pt x="0" y="3346967"/>
                </a:lnTo>
                <a:lnTo>
                  <a:pt x="0" y="0"/>
                </a:lnTo>
                <a:close/>
              </a:path>
            </a:pathLst>
          </a:custGeom>
          <a:solidFill>
            <a:srgbClr val="FFDF60"/>
          </a:solidFill>
        </p:spPr>
        <p:txBody>
          <a:bodyPr/>
          <a:lstStyle/>
          <a:p>
            <a:endParaRPr/>
          </a:p>
        </p:txBody>
      </p:sp>
      <p:sp>
        <p:nvSpPr>
          <p:cNvPr id="6" name="TextBox 6"/>
          <p:cNvSpPr txBox="1"/>
          <p:nvPr/>
        </p:nvSpPr>
        <p:spPr>
          <a:xfrm>
            <a:off x="5595973" y="3390900"/>
            <a:ext cx="6915837" cy="1586268"/>
          </a:xfrm>
          <a:prstGeom prst="rect">
            <a:avLst/>
          </a:prstGeom>
        </p:spPr>
        <p:txBody>
          <a:bodyPr lIns="0" tIns="0" rIns="0" bIns="0" rtlCol="0" anchor="t">
            <a:spAutoFit/>
          </a:bodyPr>
          <a:lstStyle/>
          <a:p>
            <a:pPr marL="0" lvl="0" indent="0" algn="ctr">
              <a:lnSpc>
                <a:spcPts val="13019"/>
              </a:lnSpc>
              <a:spcBef>
                <a:spcPct val="0"/>
              </a:spcBef>
            </a:pPr>
            <a:r>
              <a:rPr lang="en-US" sz="10092" b="1" u="none" strike="noStrike" dirty="0">
                <a:solidFill>
                  <a:srgbClr val="34332C"/>
                </a:solidFill>
                <a:latin typeface="마카롱"/>
                <a:ea typeface="마카롱"/>
                <a:cs typeface="마카롱"/>
                <a:sym typeface="마카롱"/>
              </a:rPr>
              <a:t>Thank You!</a:t>
            </a:r>
          </a:p>
        </p:txBody>
      </p:sp>
      <p:sp>
        <p:nvSpPr>
          <p:cNvPr id="7" name="TextBox 7"/>
          <p:cNvSpPr txBox="1"/>
          <p:nvPr/>
        </p:nvSpPr>
        <p:spPr>
          <a:xfrm>
            <a:off x="12534316" y="1543885"/>
            <a:ext cx="4039366" cy="225933"/>
          </a:xfrm>
          <a:prstGeom prst="rect">
            <a:avLst/>
          </a:prstGeom>
        </p:spPr>
        <p:txBody>
          <a:bodyPr lIns="0" tIns="0" rIns="0" bIns="0" rtlCol="0" anchor="t">
            <a:spAutoFit/>
          </a:bodyPr>
          <a:lstStyle/>
          <a:p>
            <a:r>
              <a:t>Lee Insung and Friends</a:t>
            </a:r>
          </a:p>
        </p:txBody>
      </p:sp>
      <p:sp>
        <p:nvSpPr>
          <p:cNvPr id="8" name="TextBox 8"/>
          <p:cNvSpPr txBox="1"/>
          <p:nvPr/>
        </p:nvSpPr>
        <p:spPr>
          <a:xfrm>
            <a:off x="5181600" y="6972300"/>
            <a:ext cx="8399535" cy="369332"/>
          </a:xfrm>
          <a:prstGeom prst="rect">
            <a:avLst/>
          </a:prstGeom>
        </p:spPr>
        <p:txBody>
          <a:bodyPr lIns="0" tIns="0" rIns="0" bIns="0" rtlCol="0" anchor="t">
            <a:spAutoFit/>
          </a:bodyPr>
          <a:lstStyle/>
          <a:p>
            <a:r>
              <a:rPr sz="2400" dirty="0"/>
              <a:t>Thanks for listening to our song. Let's move together and make a healthy tomorrow!</a:t>
            </a:r>
          </a:p>
        </p:txBody>
      </p:sp>
      <p:sp>
        <p:nvSpPr>
          <p:cNvPr id="9" name="TextBox 9"/>
          <p:cNvSpPr txBox="1"/>
          <p:nvPr/>
        </p:nvSpPr>
        <p:spPr>
          <a:xfrm>
            <a:off x="3962400" y="8400539"/>
            <a:ext cx="3172141" cy="553998"/>
          </a:xfrm>
          <a:prstGeom prst="rect">
            <a:avLst/>
          </a:prstGeom>
        </p:spPr>
        <p:txBody>
          <a:bodyPr wrap="square" lIns="0" tIns="0" rIns="0" bIns="0" rtlCol="0" anchor="t">
            <a:spAutoFit/>
          </a:bodyPr>
          <a:lstStyle/>
          <a:p>
            <a:r>
              <a:rPr lang="en-US" altLang="ko-KR" dirty="0"/>
              <a:t>· </a:t>
            </a:r>
            <a:r>
              <a:rPr dirty="0" smtClean="0"/>
              <a:t>Lee </a:t>
            </a:r>
            <a:r>
              <a:rPr dirty="0"/>
              <a:t>Minjae · Lee </a:t>
            </a:r>
            <a:r>
              <a:rPr dirty="0" err="1" smtClean="0"/>
              <a:t>Yeongu</a:t>
            </a:r>
            <a:endParaRPr lang="en-US" dirty="0" smtClean="0"/>
          </a:p>
          <a:p>
            <a:r>
              <a:rPr dirty="0" smtClean="0"/>
              <a:t> </a:t>
            </a:r>
            <a:r>
              <a:rPr dirty="0"/>
              <a:t>· Lee </a:t>
            </a:r>
            <a:r>
              <a:rPr dirty="0" err="1"/>
              <a:t>Insung</a:t>
            </a:r>
            <a:r>
              <a:rPr dirty="0"/>
              <a:t> · Lee </a:t>
            </a:r>
            <a:r>
              <a:rPr dirty="0" err="1"/>
              <a:t>Hayul</a:t>
            </a:r>
            <a:endParaRPr dirty="0"/>
          </a:p>
        </p:txBody>
      </p:sp>
      <p:sp>
        <p:nvSpPr>
          <p:cNvPr id="10" name="TextBox 10"/>
          <p:cNvSpPr txBox="1"/>
          <p:nvPr/>
        </p:nvSpPr>
        <p:spPr>
          <a:xfrm>
            <a:off x="7639968" y="8400539"/>
            <a:ext cx="3016821" cy="225933"/>
          </a:xfrm>
          <a:prstGeom prst="rect">
            <a:avLst/>
          </a:prstGeom>
        </p:spPr>
        <p:txBody>
          <a:bodyPr lIns="0" tIns="0" rIns="0" bIns="0" rtlCol="0" anchor="t">
            <a:spAutoFit/>
          </a:bodyPr>
          <a:lstStyle/>
          <a:p>
            <a:r>
              <a:t>Song Topic Presentation</a:t>
            </a:r>
          </a:p>
        </p:txBody>
      </p:sp>
      <p:sp>
        <p:nvSpPr>
          <p:cNvPr id="11" name="AutoShape 11"/>
          <p:cNvSpPr/>
          <p:nvPr/>
        </p:nvSpPr>
        <p:spPr>
          <a:xfrm>
            <a:off x="1660267" y="8195872"/>
            <a:ext cx="14967466" cy="0"/>
          </a:xfrm>
          <a:prstGeom prst="line">
            <a:avLst/>
          </a:prstGeom>
          <a:ln w="19050" cap="flat">
            <a:solidFill>
              <a:srgbClr val="34332C"/>
            </a:solidFill>
            <a:prstDash val="solid"/>
            <a:headEnd type="none" w="sm" len="sm"/>
            <a:tailEnd type="none" w="sm" len="sm"/>
          </a:ln>
        </p:spPr>
        <p:txBody>
          <a:bodyPr/>
          <a:lstStyle/>
          <a:p>
            <a:endParaRPr/>
          </a:p>
        </p:txBody>
      </p:sp>
      <p:sp>
        <p:nvSpPr>
          <p:cNvPr id="12" name="AutoShape 12"/>
          <p:cNvSpPr/>
          <p:nvPr/>
        </p:nvSpPr>
        <p:spPr>
          <a:xfrm flipH="1" flipV="1">
            <a:off x="7189879" y="8603997"/>
            <a:ext cx="0" cy="312039"/>
          </a:xfrm>
          <a:prstGeom prst="line">
            <a:avLst/>
          </a:prstGeom>
          <a:ln w="19050" cap="flat">
            <a:solidFill>
              <a:srgbClr val="34332C"/>
            </a:solidFill>
            <a:prstDash val="solid"/>
            <a:headEnd type="none" w="sm" len="sm"/>
            <a:tailEnd type="none" w="sm" len="sm"/>
          </a:ln>
        </p:spPr>
        <p:txBody>
          <a:bodyPr/>
          <a:lstStyle/>
          <a:p>
            <a:endParaRPr/>
          </a:p>
        </p:txBody>
      </p:sp>
      <p:sp>
        <p:nvSpPr>
          <p:cNvPr id="13" name="AutoShape 13"/>
          <p:cNvSpPr/>
          <p:nvPr/>
        </p:nvSpPr>
        <p:spPr>
          <a:xfrm flipH="1" flipV="1">
            <a:off x="10669583" y="8603997"/>
            <a:ext cx="0" cy="312039"/>
          </a:xfrm>
          <a:prstGeom prst="line">
            <a:avLst/>
          </a:prstGeom>
          <a:ln w="19050" cap="flat">
            <a:solidFill>
              <a:srgbClr val="34332C"/>
            </a:solidFill>
            <a:prstDash val="solid"/>
            <a:headEnd type="none" w="sm" len="sm"/>
            <a:tailEnd type="none" w="sm" len="sm"/>
          </a:ln>
        </p:spPr>
        <p:txBody>
          <a:bodyPr/>
          <a:lstStyle/>
          <a:p>
            <a:endParaRPr/>
          </a:p>
        </p:txBody>
      </p:sp>
      <p:sp>
        <p:nvSpPr>
          <p:cNvPr id="14" name="TextBox 14"/>
          <p:cNvSpPr txBox="1"/>
          <p:nvPr/>
        </p:nvSpPr>
        <p:spPr>
          <a:xfrm>
            <a:off x="11098122" y="8400539"/>
            <a:ext cx="2026166" cy="225933"/>
          </a:xfrm>
          <a:prstGeom prst="rect">
            <a:avLst/>
          </a:prstGeom>
        </p:spPr>
        <p:txBody>
          <a:bodyPr lIns="0" tIns="0" rIns="0" bIns="0" rtlCol="0" anchor="t">
            <a:spAutoFit/>
          </a:bodyPr>
          <a:lstStyle/>
          <a:p>
            <a:r>
              <a:t>Our Song: Kids Who Exercise</a:t>
            </a:r>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35</TotalTime>
  <Words>1128</Words>
  <Application>Microsoft Office PowerPoint</Application>
  <PresentationFormat>사용자 지정</PresentationFormat>
  <Paragraphs>95</Paragraphs>
  <Slides>8</Slides>
  <Notes>8</Notes>
  <HiddenSlides>0</HiddenSlides>
  <MMClips>1</MMClips>
  <ScaleCrop>false</ScaleCrop>
  <HeadingPairs>
    <vt:vector size="6" baseType="variant">
      <vt:variant>
        <vt:lpstr>사용한 글꼴</vt:lpstr>
      </vt:variant>
      <vt:variant>
        <vt:i4>5</vt:i4>
      </vt:variant>
      <vt:variant>
        <vt:lpstr>테마</vt:lpstr>
      </vt:variant>
      <vt:variant>
        <vt:i4>1</vt:i4>
      </vt:variant>
      <vt:variant>
        <vt:lpstr>슬라이드 제목</vt:lpstr>
      </vt:variant>
      <vt:variant>
        <vt:i4>8</vt:i4>
      </vt:variant>
    </vt:vector>
  </HeadingPairs>
  <TitlesOfParts>
    <vt:vector size="14" baseType="lpstr">
      <vt:lpstr>굴림</vt:lpstr>
      <vt:lpstr>Arial</vt:lpstr>
      <vt:lpstr>Calibri</vt:lpstr>
      <vt:lpstr>맑은 고딕</vt:lpstr>
      <vt:lpstr>마카롱</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절망적 메시지로 이끄는 운동 동기부여 발표</dc:title>
  <dc:creator>이인성</dc:creator>
  <cp:lastModifiedBy>이인성</cp:lastModifiedBy>
  <cp:revision>4</cp:revision>
  <dcterms:created xsi:type="dcterms:W3CDTF">2006-08-16T00:00:00Z</dcterms:created>
  <dcterms:modified xsi:type="dcterms:W3CDTF">2026-06-14T14:28:31Z</dcterms:modified>
  <dc:identifier>DAHMOH1jvKE</dc:identifier>
</cp:coreProperties>
</file>