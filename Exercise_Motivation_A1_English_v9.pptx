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media1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3" r:id="rId14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마카롱" panose="020B0600000101010101" charset="-127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50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font" Target="fonts/font1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everyone! Today, we will introduce a song we made about exercise. Our team members are Lee Minjae, Lee Yeongu, Lee Insung, and Lee Hayul. Let's start!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Now, let's listen to our song! It is called "Kids Who Exercise." We made it with Suno AI. The song starts with a warning. Then it becomes happy and exciting. (Play the song now. If you need more time, you can stop after the chorus, about 1 minute.)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So, what is our song about? We made a song called "Kids Who Exercise." It is about exercise and healthy morning habits. We wrote the lyrics and made the music using Suno AI. The song starts with a warning about skipping breakfast and not moving, then becomes a happy, energetic song about exercising every day. We hope it makes you want to move!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what our song says. Verse 1 talks about a morning with no breakfast and no exercise, which feels hard and tiring. The chorus says: "Let's go take a walk outside, exercise every day, feel the pride!" Verse 2 and the bridge talk about moving your body and eating well to make every day more fun. Our song moves from a warning to an exciting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let's look at the story in our song. Verse 1 is the problem: a child skips breakfast and doesn't move, and the morning feels hard. Verse 2 is the change: the child moves every day, eats well, and has fun in the sun. The bridge and chorus repeat our message: small steps, day by day, build healthy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team: Lee Minjae wrote the script, Lee Yeongu made the design, Lee Insung was our presenter, and Lee Hayul, our team leader, made the song. Let's keep going!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here is our song's message: "Move today for a better tomorrow." This is the main message of our song. It starts with a warning, but it ends with hope: small steps today can change tomorrow. Listen to our song, and start moving, one step at a time!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listening! Thanks for listening to our song. Let's move together and make a healthy tomorrow! Our team is Lee Minjae, Lee Yeongu, Lee Insung, and Lee Hayul.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B7C15-7C26-0D40-0EE7-B71555217B6E}"/>
              </a:ext>
            </a:extLst>
          </p:cNvPr>
          <p:cNvSpPr txBox="1"/>
          <p:nvPr userDrawn="1"/>
        </p:nvSpPr>
        <p:spPr>
          <a:xfrm>
            <a:off x="12725400" y="86035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Lee </a:t>
            </a:r>
            <a:r>
              <a:rPr lang="en-US" altLang="ko-KR" dirty="0" err="1"/>
              <a:t>Insung</a:t>
            </a:r>
            <a:r>
              <a:rPr lang="en-US" altLang="ko-KR" dirty="0"/>
              <a:t> and Friends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307" y="1001327"/>
            <a:ext cx="16431386" cy="8284345"/>
            <a:chOff x="0" y="0"/>
            <a:chExt cx="4327608" cy="2181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7608" cy="2181885"/>
            </a:xfrm>
            <a:custGeom>
              <a:avLst/>
              <a:gdLst/>
              <a:ahLst/>
              <a:cxnLst/>
              <a:rect l="l" t="t" r="r" b="b"/>
              <a:pathLst>
                <a:path w="4327608" h="2181885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7793" y="497095"/>
            <a:ext cx="1111397" cy="2050831"/>
          </a:xfrm>
          <a:custGeom>
            <a:avLst/>
            <a:gdLst/>
            <a:ahLst/>
            <a:cxnLst/>
            <a:rect l="l" t="t" r="r" b="b"/>
            <a:pathLst>
              <a:path w="1111397" h="2050831">
                <a:moveTo>
                  <a:pt x="0" y="0"/>
                </a:moveTo>
                <a:lnTo>
                  <a:pt x="1111397" y="0"/>
                </a:lnTo>
                <a:lnTo>
                  <a:pt x="1111397" y="2050830"/>
                </a:lnTo>
                <a:lnTo>
                  <a:pt x="0" y="2050830"/>
                </a:lnTo>
                <a:lnTo>
                  <a:pt x="0" y="0"/>
                </a:lnTo>
                <a:close/>
              </a:path>
            </a:pathLst>
          </a:custGeom>
          <a:solidFill>
            <a:srgbClr val="FFDF60"/>
          </a:solid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4360313" y="3486720"/>
            <a:ext cx="9567375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4800" dirty="0"/>
              <a:t>Song Introduction</a:t>
            </a:r>
          </a:p>
          <a:p>
            <a:r>
              <a:rPr sz="4800" dirty="0"/>
              <a:t/>
            </a:r>
          </a:p>
          <a:p>
            <a:r>
              <a:rPr sz="4800" dirty="0"/>
              <a:t>Kids Who Exercise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96976" y="8546847"/>
            <a:ext cx="1704301" cy="273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Lee Insung and Friends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06704" y="8537322"/>
            <a:ext cx="3016821" cy="31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Lee Minjae · Lee Yeongu · Lee Insung · Lee Hayul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11200" y="1524834"/>
            <a:ext cx="316248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2400" dirty="0"/>
              <a:t>Song Introduction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660267" y="8195872"/>
            <a:ext cx="14967466" cy="0"/>
          </a:xfrm>
          <a:prstGeom prst="line">
            <a:avLst/>
          </a:prstGeom>
          <a:ln w="19050" cap="flat">
            <a:solidFill>
              <a:srgbClr val="3433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AutoShape 11"/>
          <p:cNvSpPr/>
          <p:nvPr/>
        </p:nvSpPr>
        <p:spPr>
          <a:xfrm flipH="1" flipV="1">
            <a:off x="7189879" y="8603997"/>
            <a:ext cx="0" cy="312039"/>
          </a:xfrm>
          <a:prstGeom prst="line">
            <a:avLst/>
          </a:prstGeom>
          <a:ln w="19050" cap="flat">
            <a:solidFill>
              <a:srgbClr val="3433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2" name="AutoShape 12"/>
          <p:cNvSpPr/>
          <p:nvPr/>
        </p:nvSpPr>
        <p:spPr>
          <a:xfrm flipH="1" flipV="1">
            <a:off x="10669583" y="8603997"/>
            <a:ext cx="0" cy="312039"/>
          </a:xfrm>
          <a:prstGeom prst="line">
            <a:avLst/>
          </a:prstGeom>
          <a:ln w="19050" cap="flat">
            <a:solidFill>
              <a:srgbClr val="3433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8307" y="700000"/>
            <a:ext cx="16431386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4332C"/>
                </a:solidFill>
              </a:rPr>
              <a:t>Listen to the Song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8307" y="1750000"/>
            <a:ext cx="16431386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34332C"/>
                </a:solidFill>
              </a:rPr>
              <a:t>“Kids Who Exercise” (운동하는 아이들)  ·  Music &amp; Lyrics by insung20402  ·  Created with Suno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00000" y="2450000"/>
            <a:ext cx="3700000" cy="150000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34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00000" y="257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4332C"/>
                </a:solidFill>
              </a:rPr>
              <a:t>▶ Click to Play the Song</a:t>
            </a:r>
          </a:p>
        </p:txBody>
      </p:sp>
      <p:pic>
        <p:nvPicPr>
          <p:cNvPr id="6" name="song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00000" y="2930000"/>
            <a:ext cx="900000" cy="90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326029" y="4150000"/>
            <a:ext cx="5300000" cy="550000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34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0000" rIns="250000" tIns="250000"/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b="1" sz="2000">
                <a:solidFill>
                  <a:srgbClr val="C99A00"/>
                </a:solidFill>
              </a:rPr>
              <a:t>VERSE 1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Wake up early in the morning light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I should eat some veggies, make it right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No breakfast, no success,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study's struggle nothing less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/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b="1" sz="2000">
                <a:solidFill>
                  <a:srgbClr val="C99A00"/>
                </a:solidFill>
              </a:rPr>
              <a:t>CHORUS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Let's go take a walk outside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Exercise every day, feel the pride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Healthy habits make me strong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Singing this happy morning song!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1971" y="4150000"/>
            <a:ext cx="5300000" cy="550000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34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0000" rIns="250000" tIns="250000"/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b="1" sz="2000">
                <a:solidFill>
                  <a:srgbClr val="C99A00"/>
                </a:solidFill>
              </a:rPr>
              <a:t>VERSE 2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I should move my body every day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Eating a good breakfast is the way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Let's jump and run under the sun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Healthy life is so much fun!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/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b="1" sz="2000">
                <a:solidFill>
                  <a:srgbClr val="C99A00"/>
                </a:solidFill>
              </a:rPr>
              <a:t>BRIDGE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Sometimes it is hard to do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But it is good for me and you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Step by step and day by day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34332C"/>
                </a:solidFill>
              </a:rPr>
              <a:t>We can chase the lazy away!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307" y="1001327"/>
            <a:ext cx="16431386" cy="8284345"/>
            <a:chOff x="0" y="0"/>
            <a:chExt cx="4327608" cy="2181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7608" cy="2181885"/>
            </a:xfrm>
            <a:custGeom>
              <a:avLst/>
              <a:gdLst/>
              <a:ahLst/>
              <a:cxnLst/>
              <a:rect l="l" t="t" r="r" b="b"/>
              <a:pathLst>
                <a:path w="4327608" h="2181885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06216" y="756509"/>
            <a:ext cx="1511496" cy="1636705"/>
          </a:xfrm>
          <a:custGeom>
            <a:avLst/>
            <a:gdLst/>
            <a:ahLst/>
            <a:cxnLst/>
            <a:rect l="l" t="t" r="r" b="b"/>
            <a:pathLst>
              <a:path w="1511496" h="1636705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solidFill>
            <a:srgbClr val="FFDF60"/>
          </a:solidFill>
        </p:spPr>
        <p:txBody>
          <a:bodyPr/>
          <a:lstStyle/>
          <a:p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7249442" y="3635342"/>
            <a:ext cx="8712529" cy="4962768"/>
            <a:chOff x="0" y="0"/>
            <a:chExt cx="2042281" cy="11633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42281" cy="1163310"/>
            </a:xfrm>
            <a:custGeom>
              <a:avLst/>
              <a:gdLst/>
              <a:ahLst/>
              <a:cxnLst/>
              <a:rect l="l" t="t" r="r" b="b"/>
              <a:pathLst>
                <a:path w="2042281" h="1163310">
                  <a:moveTo>
                    <a:pt x="0" y="0"/>
                  </a:moveTo>
                  <a:lnTo>
                    <a:pt x="2042281" y="0"/>
                  </a:lnTo>
                  <a:lnTo>
                    <a:pt x="2042281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042281" cy="1239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just">
                <a:lnSpc>
                  <a:spcPts val="321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26029" y="3635342"/>
            <a:ext cx="4744706" cy="4962768"/>
            <a:chOff x="0" y="0"/>
            <a:chExt cx="735079" cy="7688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5079" cy="768863"/>
            </a:xfrm>
            <a:custGeom>
              <a:avLst/>
              <a:gdLst/>
              <a:ahLst/>
              <a:cxnLst/>
              <a:rect l="l" t="t" r="r" b="b"/>
              <a:pathLst>
                <a:path w="735079" h="768863">
                  <a:moveTo>
                    <a:pt x="0" y="0"/>
                  </a:moveTo>
                  <a:lnTo>
                    <a:pt x="735079" y="0"/>
                  </a:lnTo>
                  <a:lnTo>
                    <a:pt x="735079" y="768863"/>
                  </a:lnTo>
                  <a:lnTo>
                    <a:pt x="0" y="768863"/>
                  </a:lnTo>
                  <a:close/>
                </a:path>
              </a:pathLst>
            </a:custGeom>
            <a:solidFill>
              <a:srgbClr val="FFFDF8"/>
            </a:solidFill>
            <a:ln w="19050">
              <a:solidFill>
                <a:srgbClr val="34332C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686082" y="1753642"/>
            <a:ext cx="6915837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4400" dirty="0"/>
              <a:t>About Our Song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34316" y="1515310"/>
            <a:ext cx="4039366" cy="38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dirty="0"/>
              <a:t>Lee </a:t>
            </a:r>
            <a:r>
              <a:rPr lang="en-US" dirty="0" err="1"/>
              <a:t>Insung</a:t>
            </a:r>
            <a:r>
              <a:rPr lang="en-US" dirty="0"/>
              <a:t> and Friends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63156" y="5350779"/>
            <a:ext cx="7485100" cy="2788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We made a song called "Kids Who Exercise." It is about exercise and healthy morning habits. We wrote the lyrics and made the music using Suno AI.</a:t>
            </a:r>
          </a:p>
          <a:p>
            <a:r>
              <a:t>The song starts with a warning about skipping breakfast and not moving. Then it becomes a happy, energetic song about exercising every day. We hope it makes you want to move!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863156" y="4123090"/>
            <a:ext cx="7485100" cy="868643"/>
            <a:chOff x="0" y="0"/>
            <a:chExt cx="1754563" cy="2036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54563" cy="203616"/>
            </a:xfrm>
            <a:custGeom>
              <a:avLst/>
              <a:gdLst/>
              <a:ahLst/>
              <a:cxnLst/>
              <a:rect l="l" t="t" r="r" b="b"/>
              <a:pathLst>
                <a:path w="1754563" h="203616">
                  <a:moveTo>
                    <a:pt x="0" y="0"/>
                  </a:moveTo>
                  <a:lnTo>
                    <a:pt x="1754563" y="0"/>
                  </a:lnTo>
                  <a:lnTo>
                    <a:pt x="1754563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754563" cy="25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436468" y="4268423"/>
            <a:ext cx="6911789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200"/>
              <a:t>Our song shares a fun and powerful message about exercise.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64880" y="4365578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26029" y="5016726"/>
            <a:ext cx="4744706" cy="1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/>
              <a:t>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6029" y="6466726"/>
            <a:ext cx="414470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332C"/>
                </a:solidFill>
              </a:rPr>
              <a:t>"Let's go take a walk outside,
exercise every day!"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307" y="1001327"/>
            <a:ext cx="16431386" cy="8284345"/>
            <a:chOff x="0" y="0"/>
            <a:chExt cx="4327608" cy="2181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7608" cy="2181885"/>
            </a:xfrm>
            <a:custGeom>
              <a:avLst/>
              <a:gdLst/>
              <a:ahLst/>
              <a:cxnLst/>
              <a:rect l="l" t="t" r="r" b="b"/>
              <a:pathLst>
                <a:path w="4327608" h="2181885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06216" y="756509"/>
            <a:ext cx="1511496" cy="1636705"/>
          </a:xfrm>
          <a:custGeom>
            <a:avLst/>
            <a:gdLst/>
            <a:ahLst/>
            <a:cxnLst/>
            <a:rect l="l" t="t" r="r" b="b"/>
            <a:pathLst>
              <a:path w="1511496" h="1636705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solidFill>
            <a:srgbClr val="FFDF60"/>
          </a:solidFill>
        </p:spPr>
        <p:txBody>
          <a:bodyPr/>
          <a:lstStyle/>
          <a:p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6027824" y="3546661"/>
            <a:ext cx="10075516" cy="868643"/>
            <a:chOff x="0" y="0"/>
            <a:chExt cx="2361775" cy="2036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1775" cy="203616"/>
            </a:xfrm>
            <a:custGeom>
              <a:avLst/>
              <a:gdLst/>
              <a:ahLst/>
              <a:cxnLst/>
              <a:rect l="l" t="t" r="r" b="b"/>
              <a:pathLst>
                <a:path w="2361775" h="203616">
                  <a:moveTo>
                    <a:pt x="0" y="0"/>
                  </a:moveTo>
                  <a:lnTo>
                    <a:pt x="2361775" y="0"/>
                  </a:lnTo>
                  <a:lnTo>
                    <a:pt x="2361775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1775" cy="25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27824" y="4802980"/>
            <a:ext cx="10075516" cy="868643"/>
            <a:chOff x="0" y="0"/>
            <a:chExt cx="2361775" cy="2036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61775" cy="203616"/>
            </a:xfrm>
            <a:custGeom>
              <a:avLst/>
              <a:gdLst/>
              <a:ahLst/>
              <a:cxnLst/>
              <a:rect l="l" t="t" r="r" b="b"/>
              <a:pathLst>
                <a:path w="2361775" h="203616">
                  <a:moveTo>
                    <a:pt x="0" y="0"/>
                  </a:moveTo>
                  <a:lnTo>
                    <a:pt x="2361775" y="0"/>
                  </a:lnTo>
                  <a:lnTo>
                    <a:pt x="2361775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361775" cy="25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27824" y="6062149"/>
            <a:ext cx="10075516" cy="868643"/>
            <a:chOff x="0" y="0"/>
            <a:chExt cx="2361775" cy="2036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61775" cy="203616"/>
            </a:xfrm>
            <a:custGeom>
              <a:avLst/>
              <a:gdLst/>
              <a:ahLst/>
              <a:cxnLst/>
              <a:rect l="l" t="t" r="r" b="b"/>
              <a:pathLst>
                <a:path w="2361775" h="203616">
                  <a:moveTo>
                    <a:pt x="0" y="0"/>
                  </a:moveTo>
                  <a:lnTo>
                    <a:pt x="2361775" y="0"/>
                  </a:lnTo>
                  <a:lnTo>
                    <a:pt x="2361775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361775" cy="25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6329547" y="3789149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329547" y="5045469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29547" y="6304637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8" name="Group 18"/>
          <p:cNvGrpSpPr/>
          <p:nvPr/>
        </p:nvGrpSpPr>
        <p:grpSpPr>
          <a:xfrm>
            <a:off x="2184660" y="7321317"/>
            <a:ext cx="13918679" cy="1347850"/>
            <a:chOff x="0" y="0"/>
            <a:chExt cx="3262641" cy="31594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262641" cy="315946"/>
            </a:xfrm>
            <a:custGeom>
              <a:avLst/>
              <a:gdLst/>
              <a:ahLst/>
              <a:cxnLst/>
              <a:rect l="l" t="t" r="r" b="b"/>
              <a:pathLst>
                <a:path w="3262641" h="315946">
                  <a:moveTo>
                    <a:pt x="0" y="0"/>
                  </a:moveTo>
                  <a:lnTo>
                    <a:pt x="3262641" y="0"/>
                  </a:lnTo>
                  <a:lnTo>
                    <a:pt x="3262641" y="315946"/>
                  </a:lnTo>
                  <a:lnTo>
                    <a:pt x="0" y="315946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262641" cy="36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84660" y="3546661"/>
            <a:ext cx="3595513" cy="3384131"/>
            <a:chOff x="0" y="0"/>
            <a:chExt cx="557039" cy="52429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57039" cy="524291"/>
            </a:xfrm>
            <a:custGeom>
              <a:avLst/>
              <a:gdLst/>
              <a:ahLst/>
              <a:cxnLst/>
              <a:rect l="l" t="t" r="r" b="b"/>
              <a:pathLst>
                <a:path w="557039" h="524291">
                  <a:moveTo>
                    <a:pt x="0" y="0"/>
                  </a:moveTo>
                  <a:lnTo>
                    <a:pt x="557039" y="0"/>
                  </a:lnTo>
                  <a:lnTo>
                    <a:pt x="557039" y="524291"/>
                  </a:lnTo>
                  <a:lnTo>
                    <a:pt x="0" y="524291"/>
                  </a:lnTo>
                  <a:close/>
                </a:path>
              </a:pathLst>
            </a:custGeom>
            <a:solidFill>
              <a:srgbClr val="FFFDF8"/>
            </a:solidFill>
            <a:ln w="19050">
              <a:solidFill>
                <a:srgbClr val="34332C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614515" y="1782217"/>
            <a:ext cx="9058971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800" dirty="0"/>
              <a:t>What Our Song Says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01135" y="3682468"/>
            <a:ext cx="9383963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400" dirty="0"/>
              <a:t>Verse 1 — A morning with no breakfast and no exercise feels hard and tiring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01135" y="4938788"/>
            <a:ext cx="9383963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400"/>
              <a:t>Chorus — "Let's go take a walk outside, exercise every day, feel the pride!"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01135" y="6197957"/>
            <a:ext cx="9383963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400"/>
              <a:t>Verse 2 &amp; Bridge — Moving your body and eating well make every day more fun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00659" y="7562997"/>
            <a:ext cx="13086682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400"/>
              <a:t>Our song moves from a warning to an exciting call to action. Step by step, it shows how small daily habits, like a morning walk and a good breakfast, can make us healthier and happier.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84660" y="4138726"/>
            <a:ext cx="3595513" cy="1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/>
              <a:t>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4660" y="5588726"/>
            <a:ext cx="2995513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332C"/>
                </a:solidFill>
              </a:rPr>
              <a:t>"Let's go take a walk outside,
exercise every day!"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307" y="1001327"/>
            <a:ext cx="16431386" cy="8284345"/>
            <a:chOff x="0" y="0"/>
            <a:chExt cx="4327608" cy="2181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7608" cy="2181885"/>
            </a:xfrm>
            <a:custGeom>
              <a:avLst/>
              <a:gdLst/>
              <a:ahLst/>
              <a:cxnLst/>
              <a:rect l="l" t="t" r="r" b="b"/>
              <a:pathLst>
                <a:path w="4327608" h="2181885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14601" y="330942"/>
            <a:ext cx="1541172" cy="2250601"/>
          </a:xfrm>
          <a:custGeom>
            <a:avLst/>
            <a:gdLst/>
            <a:ahLst/>
            <a:cxnLst/>
            <a:rect l="l" t="t" r="r" b="b"/>
            <a:pathLst>
              <a:path w="1541172" h="2250601">
                <a:moveTo>
                  <a:pt x="0" y="0"/>
                </a:moveTo>
                <a:lnTo>
                  <a:pt x="1541173" y="0"/>
                </a:lnTo>
                <a:lnTo>
                  <a:pt x="1541173" y="2250601"/>
                </a:lnTo>
                <a:lnTo>
                  <a:pt x="0" y="2250601"/>
                </a:lnTo>
                <a:lnTo>
                  <a:pt x="0" y="0"/>
                </a:lnTo>
                <a:close/>
              </a:path>
            </a:pathLst>
          </a:custGeom>
          <a:solidFill>
            <a:srgbClr val="FFDF60"/>
          </a:solidFill>
        </p:spPr>
        <p:txBody>
          <a:bodyPr/>
          <a:lstStyle/>
          <a:p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2018815" y="4736334"/>
            <a:ext cx="4585023" cy="3322162"/>
            <a:chOff x="0" y="0"/>
            <a:chExt cx="1074763" cy="7787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4763" cy="778739"/>
            </a:xfrm>
            <a:custGeom>
              <a:avLst/>
              <a:gdLst/>
              <a:ahLst/>
              <a:cxnLst/>
              <a:rect l="l" t="t" r="r" b="b"/>
              <a:pathLst>
                <a:path w="1074763" h="778739">
                  <a:moveTo>
                    <a:pt x="0" y="0"/>
                  </a:moveTo>
                  <a:lnTo>
                    <a:pt x="1074763" y="0"/>
                  </a:lnTo>
                  <a:lnTo>
                    <a:pt x="1074763" y="778739"/>
                  </a:lnTo>
                  <a:lnTo>
                    <a:pt x="0" y="778739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1074763" cy="85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just">
                <a:lnSpc>
                  <a:spcPts val="321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1488" y="4736334"/>
            <a:ext cx="4585023" cy="3322162"/>
            <a:chOff x="0" y="0"/>
            <a:chExt cx="1074763" cy="778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4763" cy="778739"/>
            </a:xfrm>
            <a:custGeom>
              <a:avLst/>
              <a:gdLst/>
              <a:ahLst/>
              <a:cxnLst/>
              <a:rect l="l" t="t" r="r" b="b"/>
              <a:pathLst>
                <a:path w="1074763" h="778739">
                  <a:moveTo>
                    <a:pt x="0" y="0"/>
                  </a:moveTo>
                  <a:lnTo>
                    <a:pt x="1074763" y="0"/>
                  </a:lnTo>
                  <a:lnTo>
                    <a:pt x="1074763" y="778739"/>
                  </a:lnTo>
                  <a:lnTo>
                    <a:pt x="0" y="778739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074763" cy="85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just">
                <a:lnSpc>
                  <a:spcPts val="321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84162" y="4736334"/>
            <a:ext cx="4585023" cy="3322162"/>
            <a:chOff x="0" y="0"/>
            <a:chExt cx="1074763" cy="77873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4763" cy="778739"/>
            </a:xfrm>
            <a:custGeom>
              <a:avLst/>
              <a:gdLst/>
              <a:ahLst/>
              <a:cxnLst/>
              <a:rect l="l" t="t" r="r" b="b"/>
              <a:pathLst>
                <a:path w="1074763" h="778739">
                  <a:moveTo>
                    <a:pt x="0" y="0"/>
                  </a:moveTo>
                  <a:lnTo>
                    <a:pt x="1074763" y="0"/>
                  </a:lnTo>
                  <a:lnTo>
                    <a:pt x="1074763" y="778739"/>
                  </a:lnTo>
                  <a:lnTo>
                    <a:pt x="0" y="778739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1074763" cy="85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just">
                <a:lnSpc>
                  <a:spcPts val="321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686082" y="1753642"/>
            <a:ext cx="6915837" cy="119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The Story in Our Song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34316" y="1515310"/>
            <a:ext cx="4039366" cy="36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Our Song: Kids Who Exercise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51370" y="6422374"/>
            <a:ext cx="3919913" cy="110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In Verse 1, a child skips breakfast and doesn't move. The morning feels hard, and studying feels like a struggle.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84044" y="6422374"/>
            <a:ext cx="3919913" cy="110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In Verse 2, the child moves every day, eats a good breakfast, and runs and jumps under the sun. Life feels fun again!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16717" y="6422374"/>
            <a:ext cx="3919913" cy="110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The bridge and chorus repeat our message: small steps, day by day, can chase the lazy away and build healthy habits.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2351370" y="5167366"/>
            <a:ext cx="3919913" cy="868643"/>
            <a:chOff x="0" y="0"/>
            <a:chExt cx="918857" cy="2036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8857" cy="203616"/>
            </a:xfrm>
            <a:custGeom>
              <a:avLst/>
              <a:gdLst/>
              <a:ahLst/>
              <a:cxnLst/>
              <a:rect l="l" t="t" r="r" b="b"/>
              <a:pathLst>
                <a:path w="918857" h="203616">
                  <a:moveTo>
                    <a:pt x="0" y="0"/>
                  </a:moveTo>
                  <a:lnTo>
                    <a:pt x="918857" y="0"/>
                  </a:lnTo>
                  <a:lnTo>
                    <a:pt x="918857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918857" cy="25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84044" y="5167366"/>
            <a:ext cx="3919913" cy="868643"/>
            <a:chOff x="0" y="0"/>
            <a:chExt cx="918857" cy="2036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8857" cy="203616"/>
            </a:xfrm>
            <a:custGeom>
              <a:avLst/>
              <a:gdLst/>
              <a:ahLst/>
              <a:cxnLst/>
              <a:rect l="l" t="t" r="r" b="b"/>
              <a:pathLst>
                <a:path w="918857" h="203616">
                  <a:moveTo>
                    <a:pt x="0" y="0"/>
                  </a:moveTo>
                  <a:lnTo>
                    <a:pt x="918857" y="0"/>
                  </a:lnTo>
                  <a:lnTo>
                    <a:pt x="918857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918857" cy="25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016717" y="5167366"/>
            <a:ext cx="3919913" cy="868643"/>
            <a:chOff x="0" y="0"/>
            <a:chExt cx="918857" cy="2036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8857" cy="203616"/>
            </a:xfrm>
            <a:custGeom>
              <a:avLst/>
              <a:gdLst/>
              <a:ahLst/>
              <a:cxnLst/>
              <a:rect l="l" t="t" r="r" b="b"/>
              <a:pathLst>
                <a:path w="918857" h="203616">
                  <a:moveTo>
                    <a:pt x="0" y="0"/>
                  </a:moveTo>
                  <a:lnTo>
                    <a:pt x="918857" y="0"/>
                  </a:lnTo>
                  <a:lnTo>
                    <a:pt x="918857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18857" cy="25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924682" y="5312699"/>
            <a:ext cx="3346601" cy="39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Verse 1: The Problem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57355" y="5312699"/>
            <a:ext cx="3346601" cy="39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Verse 2: The Change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90028" y="5312699"/>
            <a:ext cx="3346601" cy="39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Bridge &amp; Chorus: The Message</a:t>
            </a:r>
          </a:p>
        </p:txBody>
      </p:sp>
      <p:sp>
        <p:nvSpPr>
          <p:cNvPr id="32" name="AutoShape 32"/>
          <p:cNvSpPr/>
          <p:nvPr/>
        </p:nvSpPr>
        <p:spPr>
          <a:xfrm>
            <a:off x="2653094" y="5409854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7485767" y="5409854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2318441" y="5409854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2018815" y="3491301"/>
            <a:ext cx="14250370" cy="39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Our song tells a simple story: from a tired morning to an active, happy life.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307" y="1001327"/>
            <a:ext cx="16431386" cy="8284345"/>
            <a:chOff x="0" y="0"/>
            <a:chExt cx="4327608" cy="2181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7608" cy="2181885"/>
            </a:xfrm>
            <a:custGeom>
              <a:avLst/>
              <a:gdLst/>
              <a:ahLst/>
              <a:cxnLst/>
              <a:rect l="l" t="t" r="r" b="b"/>
              <a:pathLst>
                <a:path w="4327608" h="2181885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06216" y="756509"/>
            <a:ext cx="1511496" cy="1636705"/>
          </a:xfrm>
          <a:custGeom>
            <a:avLst/>
            <a:gdLst/>
            <a:ahLst/>
            <a:cxnLst/>
            <a:rect l="l" t="t" r="r" b="b"/>
            <a:pathLst>
              <a:path w="1511496" h="1636705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solidFill>
            <a:srgbClr val="FFDF60"/>
          </a:solidFill>
        </p:spPr>
        <p:txBody>
          <a:bodyPr/>
          <a:lstStyle/>
          <a:p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2104549" y="3457979"/>
            <a:ext cx="3347304" cy="4962768"/>
            <a:chOff x="0" y="0"/>
            <a:chExt cx="784633" cy="11633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4633" cy="1163310"/>
            </a:xfrm>
            <a:custGeom>
              <a:avLst/>
              <a:gdLst/>
              <a:ahLst/>
              <a:cxnLst/>
              <a:rect l="l" t="t" r="r" b="b"/>
              <a:pathLst>
                <a:path w="784633" h="1163310">
                  <a:moveTo>
                    <a:pt x="0" y="0"/>
                  </a:moveTo>
                  <a:lnTo>
                    <a:pt x="784633" y="0"/>
                  </a:lnTo>
                  <a:lnTo>
                    <a:pt x="784633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784633" cy="1210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86082" y="3457979"/>
            <a:ext cx="3347304" cy="4962768"/>
            <a:chOff x="0" y="0"/>
            <a:chExt cx="784633" cy="11633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4633" cy="1163310"/>
            </a:xfrm>
            <a:custGeom>
              <a:avLst/>
              <a:gdLst/>
              <a:ahLst/>
              <a:cxnLst/>
              <a:rect l="l" t="t" r="r" b="b"/>
              <a:pathLst>
                <a:path w="784633" h="1163310">
                  <a:moveTo>
                    <a:pt x="0" y="0"/>
                  </a:moveTo>
                  <a:lnTo>
                    <a:pt x="784633" y="0"/>
                  </a:lnTo>
                  <a:lnTo>
                    <a:pt x="784633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784633" cy="1210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71510" y="3457979"/>
            <a:ext cx="3347304" cy="4962768"/>
            <a:chOff x="0" y="0"/>
            <a:chExt cx="784633" cy="11633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4633" cy="1163310"/>
            </a:xfrm>
            <a:custGeom>
              <a:avLst/>
              <a:gdLst/>
              <a:ahLst/>
              <a:cxnLst/>
              <a:rect l="l" t="t" r="r" b="b"/>
              <a:pathLst>
                <a:path w="784633" h="1163310">
                  <a:moveTo>
                    <a:pt x="0" y="0"/>
                  </a:moveTo>
                  <a:lnTo>
                    <a:pt x="784633" y="0"/>
                  </a:lnTo>
                  <a:lnTo>
                    <a:pt x="784633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84633" cy="1210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856939" y="3457979"/>
            <a:ext cx="3347304" cy="4962768"/>
            <a:chOff x="0" y="0"/>
            <a:chExt cx="784633" cy="11633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84633" cy="1163310"/>
            </a:xfrm>
            <a:custGeom>
              <a:avLst/>
              <a:gdLst/>
              <a:ahLst/>
              <a:cxnLst/>
              <a:rect l="l" t="t" r="r" b="b"/>
              <a:pathLst>
                <a:path w="784633" h="1163310">
                  <a:moveTo>
                    <a:pt x="0" y="0"/>
                  </a:moveTo>
                  <a:lnTo>
                    <a:pt x="784633" y="0"/>
                  </a:lnTo>
                  <a:lnTo>
                    <a:pt x="784633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784633" cy="1210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607853" y="6238533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189385" y="6238533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10774814" y="6238533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4360242" y="6238533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5686082" y="1753642"/>
            <a:ext cx="6915837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200" dirty="0"/>
              <a:t>Team Members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34316" y="1534360"/>
            <a:ext cx="4039366" cy="36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Lee Insung and Friends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99274" y="6122328"/>
            <a:ext cx="1103051" cy="52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Lee Minjae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80807" y="6122328"/>
            <a:ext cx="1103051" cy="52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Lee Yeongu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66235" y="6122328"/>
            <a:ext cx="1103051" cy="52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Lee Insung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151664" y="6122328"/>
            <a:ext cx="1103051" cy="52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Lee Hayul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240162" y="6040339"/>
            <a:ext cx="1319056" cy="342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dirty="0"/>
              <a:t>PPT &amp; Design Lead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48748" y="6211561"/>
            <a:ext cx="1319056" cy="342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dirty="0"/>
              <a:t>Script Writer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58264" y="6243486"/>
            <a:ext cx="1319056" cy="342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dirty="0"/>
              <a:t>Presenter &amp; Design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543692" y="6243486"/>
            <a:ext cx="1319056" cy="342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Team Leader &amp; Composer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399274" y="6938430"/>
            <a:ext cx="2711084" cy="114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Wrote the full presentation script.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980807" y="6938430"/>
            <a:ext cx="2711084" cy="75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Built the slides and led the visual design.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66235" y="6938430"/>
            <a:ext cx="2711084" cy="75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Delivered the presentation and supported the design.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151664" y="6938430"/>
            <a:ext cx="2711084" cy="75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Led the team and composed the song with Suno AI.</a:t>
            </a:r>
          </a:p>
        </p:txBody>
      </p:sp>
      <p:sp>
        <p:nvSpPr>
          <p:cNvPr id="44" name="Oval 43"/>
          <p:cNvSpPr/>
          <p:nvPr/>
        </p:nvSpPr>
        <p:spPr>
          <a:xfrm>
            <a:off x="2828201" y="3850000"/>
            <a:ext cx="1900000" cy="1900000"/>
          </a:xfrm>
          <a:prstGeom prst="ellipse">
            <a:avLst/>
          </a:prstGeom>
          <a:solidFill>
            <a:srgbClr val="FFDF60"/>
          </a:solidFill>
          <a:ln w="19050">
            <a:solidFill>
              <a:srgbClr val="34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📝</a:t>
            </a:r>
          </a:p>
        </p:txBody>
      </p:sp>
      <p:sp>
        <p:nvSpPr>
          <p:cNvPr id="45" name="Oval 44"/>
          <p:cNvSpPr/>
          <p:nvPr/>
        </p:nvSpPr>
        <p:spPr>
          <a:xfrm>
            <a:off x="6409734" y="3850000"/>
            <a:ext cx="1900000" cy="1900000"/>
          </a:xfrm>
          <a:prstGeom prst="ellipse">
            <a:avLst/>
          </a:prstGeom>
          <a:solidFill>
            <a:srgbClr val="FFDF60"/>
          </a:solidFill>
          <a:ln w="19050">
            <a:solidFill>
              <a:srgbClr val="34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🎨</a:t>
            </a:r>
          </a:p>
        </p:txBody>
      </p:sp>
      <p:sp>
        <p:nvSpPr>
          <p:cNvPr id="46" name="Oval 45"/>
          <p:cNvSpPr/>
          <p:nvPr/>
        </p:nvSpPr>
        <p:spPr>
          <a:xfrm>
            <a:off x="9995162" y="3850000"/>
            <a:ext cx="1900000" cy="1900000"/>
          </a:xfrm>
          <a:prstGeom prst="ellipse">
            <a:avLst/>
          </a:prstGeom>
          <a:solidFill>
            <a:srgbClr val="FFDF60"/>
          </a:solidFill>
          <a:ln w="19050">
            <a:solidFill>
              <a:srgbClr val="34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🎤</a:t>
            </a:r>
          </a:p>
        </p:txBody>
      </p:sp>
      <p:sp>
        <p:nvSpPr>
          <p:cNvPr id="47" name="Oval 46"/>
          <p:cNvSpPr/>
          <p:nvPr/>
        </p:nvSpPr>
        <p:spPr>
          <a:xfrm>
            <a:off x="13580591" y="3850000"/>
            <a:ext cx="1900000" cy="1900000"/>
          </a:xfrm>
          <a:prstGeom prst="ellipse">
            <a:avLst/>
          </a:prstGeom>
          <a:solidFill>
            <a:srgbClr val="FFDF60"/>
          </a:solidFill>
          <a:ln w="19050">
            <a:solidFill>
              <a:srgbClr val="34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307" y="1001327"/>
            <a:ext cx="16431386" cy="8284345"/>
            <a:chOff x="0" y="0"/>
            <a:chExt cx="4327608" cy="2181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7608" cy="2181885"/>
            </a:xfrm>
            <a:custGeom>
              <a:avLst/>
              <a:gdLst/>
              <a:ahLst/>
              <a:cxnLst/>
              <a:rect l="l" t="t" r="r" b="b"/>
              <a:pathLst>
                <a:path w="4327608" h="2181885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06216" y="756509"/>
            <a:ext cx="1511496" cy="1636705"/>
          </a:xfrm>
          <a:custGeom>
            <a:avLst/>
            <a:gdLst/>
            <a:ahLst/>
            <a:cxnLst/>
            <a:rect l="l" t="t" r="r" b="b"/>
            <a:pathLst>
              <a:path w="1511496" h="1636705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solidFill>
            <a:srgbClr val="FFDF60"/>
          </a:solidFill>
        </p:spPr>
        <p:txBody>
          <a:bodyPr/>
          <a:lstStyle/>
          <a:p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7249442" y="3635342"/>
            <a:ext cx="8712529" cy="4962768"/>
            <a:chOff x="0" y="0"/>
            <a:chExt cx="2042281" cy="11633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42281" cy="1163310"/>
            </a:xfrm>
            <a:custGeom>
              <a:avLst/>
              <a:gdLst/>
              <a:ahLst/>
              <a:cxnLst/>
              <a:rect l="l" t="t" r="r" b="b"/>
              <a:pathLst>
                <a:path w="2042281" h="1163310">
                  <a:moveTo>
                    <a:pt x="0" y="0"/>
                  </a:moveTo>
                  <a:lnTo>
                    <a:pt x="2042281" y="0"/>
                  </a:lnTo>
                  <a:lnTo>
                    <a:pt x="2042281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042281" cy="1239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just">
                <a:lnSpc>
                  <a:spcPts val="321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26029" y="3635342"/>
            <a:ext cx="4744706" cy="4962768"/>
            <a:chOff x="0" y="0"/>
            <a:chExt cx="735079" cy="7688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5079" cy="768863"/>
            </a:xfrm>
            <a:custGeom>
              <a:avLst/>
              <a:gdLst/>
              <a:ahLst/>
              <a:cxnLst/>
              <a:rect l="l" t="t" r="r" b="b"/>
              <a:pathLst>
                <a:path w="735079" h="768863">
                  <a:moveTo>
                    <a:pt x="0" y="0"/>
                  </a:moveTo>
                  <a:lnTo>
                    <a:pt x="735079" y="0"/>
                  </a:lnTo>
                  <a:lnTo>
                    <a:pt x="735079" y="768863"/>
                  </a:lnTo>
                  <a:lnTo>
                    <a:pt x="0" y="768863"/>
                  </a:lnTo>
                  <a:close/>
                </a:path>
              </a:pathLst>
            </a:custGeom>
            <a:solidFill>
              <a:srgbClr val="FFFDF8"/>
            </a:solidFill>
            <a:ln w="19050">
              <a:solidFill>
                <a:srgbClr val="34332C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686082" y="1763167"/>
            <a:ext cx="6915837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600" dirty="0"/>
              <a:t>In Conclusion: Our Song's Message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34316" y="1515310"/>
            <a:ext cx="4039366" cy="38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Lee Insung and Friends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63156" y="5350779"/>
            <a:ext cx="7485100" cy="258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dirty="0"/>
              <a:t>"</a:t>
            </a:r>
            <a:r>
              <a:rPr sz="2800" dirty="0"/>
              <a:t>Move today for a better tomorrow."</a:t>
            </a:r>
          </a:p>
          <a:p>
            <a:r>
              <a:rPr sz="2800" dirty="0"/>
              <a:t>This is the main message of our song. It starts with a warning, but it ends with hope: small steps today can change tomorrow.</a:t>
            </a:r>
          </a:p>
          <a:p>
            <a:r>
              <a:rPr sz="2800" dirty="0"/>
              <a:t>Listen to our song, and start moving, one step at a time!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863156" y="4123090"/>
            <a:ext cx="7485100" cy="868643"/>
            <a:chOff x="0" y="0"/>
            <a:chExt cx="1754563" cy="2036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54563" cy="203616"/>
            </a:xfrm>
            <a:custGeom>
              <a:avLst/>
              <a:gdLst/>
              <a:ahLst/>
              <a:cxnLst/>
              <a:rect l="l" t="t" r="r" b="b"/>
              <a:pathLst>
                <a:path w="1754563" h="203616">
                  <a:moveTo>
                    <a:pt x="0" y="0"/>
                  </a:moveTo>
                  <a:lnTo>
                    <a:pt x="1754563" y="0"/>
                  </a:lnTo>
                  <a:lnTo>
                    <a:pt x="1754563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754563" cy="25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436468" y="4249373"/>
            <a:ext cx="6911789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400" dirty="0"/>
              <a:t>Our song's message: a small step today can make a big difference tomorrow.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64880" y="4365578"/>
            <a:ext cx="0" cy="383667"/>
          </a:xfrm>
          <a:prstGeom prst="line">
            <a:avLst/>
          </a:prstGeom>
          <a:ln w="47625" cap="flat">
            <a:solidFill>
              <a:srgbClr val="FFDF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26029" y="5016726"/>
            <a:ext cx="4744706" cy="1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/>
              <a:t>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6029" y="6466726"/>
            <a:ext cx="414470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332C"/>
                </a:solidFill>
              </a:rPr>
              <a:t>"Move today for
a better tomorrow."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307" y="1001327"/>
            <a:ext cx="16431386" cy="8284345"/>
            <a:chOff x="0" y="0"/>
            <a:chExt cx="4327608" cy="2181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7608" cy="2181885"/>
            </a:xfrm>
            <a:custGeom>
              <a:avLst/>
              <a:gdLst/>
              <a:ahLst/>
              <a:cxnLst/>
              <a:rect l="l" t="t" r="r" b="b"/>
              <a:pathLst>
                <a:path w="4327608" h="2181885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55615" y="-150915"/>
            <a:ext cx="1058478" cy="3346967"/>
          </a:xfrm>
          <a:custGeom>
            <a:avLst/>
            <a:gdLst/>
            <a:ahLst/>
            <a:cxnLst/>
            <a:rect l="l" t="t" r="r" b="b"/>
            <a:pathLst>
              <a:path w="1058478" h="3346967">
                <a:moveTo>
                  <a:pt x="0" y="0"/>
                </a:moveTo>
                <a:lnTo>
                  <a:pt x="1058478" y="0"/>
                </a:lnTo>
                <a:lnTo>
                  <a:pt x="1058478" y="3346967"/>
                </a:lnTo>
                <a:lnTo>
                  <a:pt x="0" y="3346967"/>
                </a:lnTo>
                <a:lnTo>
                  <a:pt x="0" y="0"/>
                </a:lnTo>
                <a:close/>
              </a:path>
            </a:pathLst>
          </a:custGeom>
          <a:solidFill>
            <a:srgbClr val="FFDF60"/>
          </a:solid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86082" y="3809224"/>
            <a:ext cx="6915837" cy="158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19"/>
              </a:lnSpc>
              <a:spcBef>
                <a:spcPct val="0"/>
              </a:spcBef>
            </a:pPr>
            <a:r>
              <a:rPr lang="en-US" sz="10092" b="1" u="none" strike="noStrike" dirty="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Thank You!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34316" y="1543885"/>
            <a:ext cx="4039366" cy="225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Lee Insung and Friends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44232" y="5833124"/>
            <a:ext cx="8399535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400" dirty="0"/>
              <a:t>Thanks for listening to our song. Let's move together and make a healthy tomorrow!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30240" y="8400539"/>
            <a:ext cx="1704301" cy="45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dirty="0"/>
              <a:t>Lee Minjae · Lee </a:t>
            </a:r>
            <a:r>
              <a:rPr dirty="0" err="1"/>
              <a:t>Yeongu</a:t>
            </a:r>
            <a:r>
              <a:rPr dirty="0"/>
              <a:t> · Lee </a:t>
            </a:r>
            <a:r>
              <a:rPr dirty="0" err="1"/>
              <a:t>Insung</a:t>
            </a:r>
            <a:r>
              <a:rPr dirty="0"/>
              <a:t> · Lee </a:t>
            </a:r>
            <a:r>
              <a:rPr dirty="0" err="1"/>
              <a:t>Hayul</a:t>
            </a:r>
            <a:endParaRPr dirty="0"/>
          </a:p>
        </p:txBody>
      </p:sp>
      <p:sp>
        <p:nvSpPr>
          <p:cNvPr id="10" name="TextBox 10"/>
          <p:cNvSpPr txBox="1"/>
          <p:nvPr/>
        </p:nvSpPr>
        <p:spPr>
          <a:xfrm>
            <a:off x="7639968" y="8400539"/>
            <a:ext cx="3016821" cy="225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Song Topic Presentation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660267" y="8195872"/>
            <a:ext cx="14967466" cy="0"/>
          </a:xfrm>
          <a:prstGeom prst="line">
            <a:avLst/>
          </a:prstGeom>
          <a:ln w="19050" cap="flat">
            <a:solidFill>
              <a:srgbClr val="3433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2" name="AutoShape 12"/>
          <p:cNvSpPr/>
          <p:nvPr/>
        </p:nvSpPr>
        <p:spPr>
          <a:xfrm flipH="1" flipV="1">
            <a:off x="7189879" y="8603997"/>
            <a:ext cx="0" cy="312039"/>
          </a:xfrm>
          <a:prstGeom prst="line">
            <a:avLst/>
          </a:prstGeom>
          <a:ln w="19050" cap="flat">
            <a:solidFill>
              <a:srgbClr val="3433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3" name="AutoShape 13"/>
          <p:cNvSpPr/>
          <p:nvPr/>
        </p:nvSpPr>
        <p:spPr>
          <a:xfrm flipH="1" flipV="1">
            <a:off x="10669583" y="8603997"/>
            <a:ext cx="0" cy="312039"/>
          </a:xfrm>
          <a:prstGeom prst="line">
            <a:avLst/>
          </a:prstGeom>
          <a:ln w="19050" cap="flat">
            <a:solidFill>
              <a:srgbClr val="3433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1098122" y="8400539"/>
            <a:ext cx="2026166" cy="225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Our Song: Kids Who Exercise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437</Words>
  <Application>Microsoft Office PowerPoint</Application>
  <PresentationFormat>사용자 지정</PresentationFormat>
  <Paragraphs>51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Calibri</vt:lpstr>
      <vt:lpstr>마카롱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절망적 메시지로 이끄는 운동 동기부여 발표</dc:title>
  <cp:lastModifiedBy>[1학년 4반]이영우</cp:lastModifiedBy>
  <cp:revision>2</cp:revision>
  <dcterms:created xsi:type="dcterms:W3CDTF">2006-08-16T00:00:00Z</dcterms:created>
  <dcterms:modified xsi:type="dcterms:W3CDTF">2026-06-11T00:53:47Z</dcterms:modified>
  <dc:identifier>DAHMOH1jvKE</dc:identifier>
</cp:coreProperties>
</file>