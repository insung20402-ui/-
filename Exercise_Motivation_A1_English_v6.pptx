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team will show you our project. We made a song about exercise, and we want to introduce it to you.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our song about? We made a song called "Kids Who Exercise." It is about exercise and healthy morning habits. We wrote the lyrics and made the music using Suno AI. The song starts with a warning about skipping breakfast and not moving, then becomes a happy, energetic song about exercising every day. We hope it makes you want to move!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what our song says. Verse 1 talks about a morning with no breakfast and no exercise, which feels hard and tiring. The chorus says: "Let's go take a walk outside, exercise every day, feel the pride!" Verse 2 and the bridge talk about moving your body and eating well to make every day more fun. Our song moves from a warning to an exciting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story in our song. Verse 1 is the problem: a child skips breakfast and doesn't move, and the morning feels hard. Verse 2 is the change: the child moves every day, eats well, and has fun in the sun. The bridge and chorus repeat our message: small steps, day by day, build healthy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our script. Lee Yeongu made the slides and the design. Lee Insung gave the presentation and helped with the design. Lee Hayul was our team leader and made the song. We all worked together to make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here is our song's message: "Move today for a better tomorrow." This is the main message of our song. It starts with a warning, but it ends with hope: small steps today can change tomorrow. Listen to our song, and start moving,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Thanks for listening to our song. Let's move together and make a healthy tomorrow! Our team is Lee Minjae, Lee Yeongu, Lee Insung, and Lee Hayul.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Our Song Project</a:t>
            </a:r>
          </a:p>
          <a:p>
            <a:r>
              <a:rPr sz="4800" dirty="0"/>
              <a:t>Introducing</a:t>
            </a:r>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A Song About Exercise</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In Conclusion: 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