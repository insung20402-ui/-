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This is our English assessment. Today, we will introduce a song we made about exercise. Our team members are Lee Minjae, Lee Yeongu, Lee Insung, and Lee Hayul. Let's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listen to our song! It is called "Kids Who Exercise." We made it with Suno AI. The song starts with a warning. Then it becomes happy and exciting. (Play the song now. If you need more time, you can stop after the chorus,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our song about? We made a song called "Kids Who Exercise." It is about exercise and healthy morning habits. We wrote the lyrics and made the music using Suno AI. The song starts with a warning about skipping breakfast and not moving, then becomes a happy, energetic song about exercising every day. We hope it makes you want to move!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what our song says. Verse 1 talks about a morning with no breakfast and no exercise, which feels hard and tiring. The chorus says: "Let's go take a walk outside, exercise every day, feel the pride!" Verse 2 and the bridge talk about moving your body and eating well to make every day more fun. Our song moves from a warning to an exciting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story in our song. Verse 1 is the problem: a child skips breakfast and doesn't move, and the morning feels hard. Verse 2 is the change: the child moves every day, eats well, and has fun in the sun. The bridge and chorus repeat our message: small steps, day by day, build healthy habits.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wrote our script. Lee Yeongu made the slides and the design. Lee Insung gave the presentation and helped with the design. Lee Hayul was our team leader and made the song. We all worked together to make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here is our song's message: "Move today for a better tomorrow." This is the main message of our song. It starts with a warning, but it ends with hope: small steps today can change tomorrow. Listen to our song, and start moving,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Thanks for listening to our song. Let's move together and make a healthy tomorrow! Our team is Lee Minjae, Lee Yeongu, Lee Insung, and Lee Hayul.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English Assessment:</a:t>
            </a:r>
          </a:p>
          <a:p>
            <a:r>
              <a:rPr sz="4800" dirty="0"/>
              <a:t>Introducing Our Song</a:t>
            </a:r>
          </a:p>
          <a:p>
            <a:r>
              <a:rPr sz="4800" dirty="0"/>
              <a:t>Kids Who Exercise</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A Song We Made About Exercise</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About Our Song</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We made a song called "Kids Who Exercise." It is about exercise and healthy morning habits. We wrote the lyrics and made the music using Suno AI.</a:t>
            </a:r>
          </a:p>
          <a:p>
            <a:r>
              <a:t>The song starts with a warning about skipping breakfast and not moving. Then it becomes a happy, energetic song about exercising every day. We hope it makes you want to move!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Our song shares a fun and powerful message about exercise.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What Our Song Says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Verse 1 — A morning with no breakfast and no exercise feels hard and tiring</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Chorus — "Let's go take a walk outside, exercise every day, feel the pride!"</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Verse 2 &amp; Bridge — Moving your body and eating well make every day more fun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Our song moves from a warning to an exciting call to action. Step by step, it shows how small daily habits, like a morning walk and a good breakfast, can make us healthier and happier.</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The Story in Our Song</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Our Song: Kids Who Exercise</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In Verse 1, a child skips breakfast and doesn't move. The morning feels hard, and studying feels like a struggle.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In Verse 2, the child moves every day, eats a good breakfast, and runs and jumps under the sun. Life feels fun again!</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The bridge and chorus repeat our message: small steps, day by day, can chase the lazy away and build healthy habits.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Verse 1: The Problem</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Verse 2: The Change</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Bridge &amp; Chorus: The Message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Our song tells a simple story: from a tired morning to an active, happy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In Conclusion: Our Song's Message</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This is the main message of our song. It starts with a warning, but it ends with hope: small steps today can change tomorrow.</a:t>
            </a:r>
          </a:p>
          <a:p>
            <a:r>
              <a:rPr sz="2800" dirty="0"/>
              <a:t>Listen to our song, and start moving, one step at a time!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Our song's message: a small step today can make a big difference tomorrow.</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5686082" y="3809224"/>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Thank You!</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Thanks for listening to our song. Let's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Our Song: Kids Who Exercise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