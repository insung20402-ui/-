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team — Lee Insung and Friends — will introduce our project: a song about exercise motivation, built around a strong warning message. The members are Lee Minjae, Lee Yeongu, Lee Insung, and Lee Hayul.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explain the idea behind our project, let's listen to the song itself. This song is called "Kids Who Exercise," written and composed by our team using Suno AI. Notice how the song moves from a warning about not exercising to an energetic, positive message about moving every day. (Play the song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this song about? This song is about exercise. It uses a strong warning message to make people want to move. The core message is: "If you do not move, tomorrow will be worse." Through this idea, the song shows why exercise is so important. Exercise helps both our body and our mind — it improves fitness, mental health, and our daily life. We hope this song makes you think about the importance of exercise, and gives you motivation to move through a strong, honest warning.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more closely at what we mean by a "strong warning message." Our key phrase is: "If you do not move, tomorrow will be worse." This is a message designed to lead people to action. We also looked at what happens when people don't exercise — low fitness, low energy, and poor health. By placing "No Exercise" next to "Exercise," we create a clear contrast that motivates people to choose the healthier path. A strong warning message works because it shows a real problem. Saying "Move now, or your future will be worse" makes the need for exercise feel urgent and personal.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the negative effects of not exercising. First, low fitness and disease risk: lack of exercise weakens our muscles and heart health, and increases the risk of obesity, diabetes, and heart disease. Second, worse mental health: being inactive can increase stress, anxiety, and sadness, and it can reduce our sleep quality. Third, lower quality of life: without exercise, people may feel tired, lose focus, and enjoy daily life less. In short, a lack of exercise has serious effects on both our health and our daily life — and that's exactly the warning our song is sending.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the full presentation script. Lee Yeongu built the slides and led the visual design. Lee Insung delivered the presentation and supported the design work. And Lee Hayul, our team leader, composed the song using Suno AI. Together, we combined writing, design, presentation, and music to bring this project to life.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our key message: "Move today for a better tomorrow." Change starts when we face reality. If we don't exercise, our health can get worse over time. But one small step today can change tomorrow. We want everyone to start moving now — small actions can build a healthy life. Remember: the warning is the start, but exercise is the first step to real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Let's move together and make a healthy tomorrow! Once again, our team is Lee Minjae, Lee Yeongu, Lee Insung, and Lee Hayul. Remember our message: warning is the start, exercise is the change.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Exercise Motivation</a:t>
            </a:r>
          </a:p>
          <a:p>
            <a:r>
              <a:rPr sz="4800" dirty="0"/>
              <a:t>Through</a:t>
            </a:r>
          </a:p>
          <a:p>
            <a:r>
              <a:rPr sz="4800" dirty="0"/>
              <a:t>Strong Warning Messages</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Topic Presentation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Song Introduction</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This song is about exercise. It uses a strong warning message to make people move. The message is, 'If you do not move, tomorrow will be worse.' It shows why exercise is important.</a:t>
            </a:r>
          </a:p>
          <a:p>
            <a:r>
              <a:t>Exercise helps our body and mind. It improves fitness, mental health, and daily life. Please think about the importance of exercise with this song.</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It gives motivation for exercise through a strong warning message.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"If you do not move,
tomorrow will be worse."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Meaning and Examples of Strong Warning Messages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"If you do not move, tomorrow will be worse" — A message that leads people to act</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What happens without exercise: low fitness, low energy, and poor health</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No Exercise vs Exercise — A clear contrast that gives motivation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A strong warning message can make people act by showing a real problem. The message, 'Move now or your future will be worse,' shows why exercise is needed.</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"Move now, or your
future will be worse."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Negative Effects</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Song Topic Presentation - Lee Insung and Friends</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Lack of exercise makes muscles and heart health weaker. It also increases the risk of obesity, diabetes, and heart disease.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Not being active can increase stress, anxiety, and sadness. It can also reduce sleep quality.</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People may feel tired, lose focus, and enjoy daily life less.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Low Fitness and Disease Risk</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Worse Mental Health</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Lower Quality of Life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Lack of exercise has serious effects on health and daily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Key Message Summary</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Change starts when we face reality. If we do not exercise, our health can get worse. But one small step today can change tomorrow.</a:t>
            </a:r>
          </a:p>
          <a:p>
            <a:r>
              <a:rPr sz="2800" dirty="0"/>
              <a:t>Start moving now. Small actions make a healthy life!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Warning is the start. Exercise is the first step to change.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The end</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Let us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Warning is the Start, Exercise is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